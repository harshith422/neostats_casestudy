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4"/>
  </p:notesMasterIdLst>
  <p:sldIdLst>
    <p:sldId id="256" r:id="rId2"/>
    <p:sldId id="260" r:id="rId3"/>
    <p:sldId id="261" r:id="rId4"/>
    <p:sldId id="279" r:id="rId5"/>
    <p:sldId id="276" r:id="rId6"/>
    <p:sldId id="280" r:id="rId7"/>
    <p:sldId id="277" r:id="rId8"/>
    <p:sldId id="281" r:id="rId9"/>
    <p:sldId id="278" r:id="rId10"/>
    <p:sldId id="282" r:id="rId11"/>
    <p:sldId id="283" r:id="rId12"/>
    <p:sldId id="275" r:id="rId13"/>
  </p:sldIdLst>
  <p:sldSz cx="9144000" cy="5143500" type="screen16x9"/>
  <p:notesSz cx="6858000" cy="9144000"/>
  <p:embeddedFontLst>
    <p:embeddedFont>
      <p:font typeface="Dela Gothic One" panose="020B0604020202020204" charset="-128"/>
      <p:regular r:id="rId15"/>
    </p:embeddedFont>
    <p:embeddedFont>
      <p:font typeface="Barlow" panose="00000500000000000000" pitchFamily="2" charset="0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AA4777-B4BB-4C63-9A1A-BC1E6E2A6379}">
  <a:tblStyle styleId="{40AA4777-B4BB-4C63-9A1A-BC1E6E2A63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4E4E358-FD95-403A-B7B5-87E69590D5B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9d73137b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9d73137b00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>
          <a:extLst>
            <a:ext uri="{FF2B5EF4-FFF2-40B4-BE49-F238E27FC236}">
              <a16:creationId xmlns:a16="http://schemas.microsoft.com/office/drawing/2014/main" id="{35AB7453-75EF-C3A7-8F7A-8D1C17E29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54dda1946d_6_308:notes">
            <a:extLst>
              <a:ext uri="{FF2B5EF4-FFF2-40B4-BE49-F238E27FC236}">
                <a16:creationId xmlns:a16="http://schemas.microsoft.com/office/drawing/2014/main" id="{9C3231CE-831D-5BB3-098D-FB6E20232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54dda1946d_6_308:notes">
            <a:extLst>
              <a:ext uri="{FF2B5EF4-FFF2-40B4-BE49-F238E27FC236}">
                <a16:creationId xmlns:a16="http://schemas.microsoft.com/office/drawing/2014/main" id="{C68808D9-4AF3-4BEE-48AB-0C8437FF55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491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3100FA6F-12CE-1EC0-3EE2-EAF81251C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54dda1946d_6_332:notes">
            <a:extLst>
              <a:ext uri="{FF2B5EF4-FFF2-40B4-BE49-F238E27FC236}">
                <a16:creationId xmlns:a16="http://schemas.microsoft.com/office/drawing/2014/main" id="{76E01D7C-1FC1-8229-46CC-F328371818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54dda1946d_6_332:notes">
            <a:extLst>
              <a:ext uri="{FF2B5EF4-FFF2-40B4-BE49-F238E27FC236}">
                <a16:creationId xmlns:a16="http://schemas.microsoft.com/office/drawing/2014/main" id="{967189FE-5A32-F3F2-B47B-8DED1E4E35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470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>
          <a:extLst>
            <a:ext uri="{FF2B5EF4-FFF2-40B4-BE49-F238E27FC236}">
              <a16:creationId xmlns:a16="http://schemas.microsoft.com/office/drawing/2014/main" id="{6E5B84A5-6187-E3CF-689C-8FCDE280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54dda1946d_6_308:notes">
            <a:extLst>
              <a:ext uri="{FF2B5EF4-FFF2-40B4-BE49-F238E27FC236}">
                <a16:creationId xmlns:a16="http://schemas.microsoft.com/office/drawing/2014/main" id="{FA511CFC-6ED9-5E5F-DAC6-397352C288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54dda1946d_6_308:notes">
            <a:extLst>
              <a:ext uri="{FF2B5EF4-FFF2-40B4-BE49-F238E27FC236}">
                <a16:creationId xmlns:a16="http://schemas.microsoft.com/office/drawing/2014/main" id="{8743D460-7888-6BEF-5C3B-CD94E42F39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5033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2C598929-7F11-5C06-C620-9C17E143C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54dda1946d_6_332:notes">
            <a:extLst>
              <a:ext uri="{FF2B5EF4-FFF2-40B4-BE49-F238E27FC236}">
                <a16:creationId xmlns:a16="http://schemas.microsoft.com/office/drawing/2014/main" id="{ABBB27D0-E5D8-C0A0-12B2-FF1E29F267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54dda1946d_6_332:notes">
            <a:extLst>
              <a:ext uri="{FF2B5EF4-FFF2-40B4-BE49-F238E27FC236}">
                <a16:creationId xmlns:a16="http://schemas.microsoft.com/office/drawing/2014/main" id="{99E94295-D4F9-C30B-75EC-8D3CCB1C30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410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>
          <a:extLst>
            <a:ext uri="{FF2B5EF4-FFF2-40B4-BE49-F238E27FC236}">
              <a16:creationId xmlns:a16="http://schemas.microsoft.com/office/drawing/2014/main" id="{D08DADEA-9BBD-AD08-DF97-6048DF1AB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54dda1946d_6_308:notes">
            <a:extLst>
              <a:ext uri="{FF2B5EF4-FFF2-40B4-BE49-F238E27FC236}">
                <a16:creationId xmlns:a16="http://schemas.microsoft.com/office/drawing/2014/main" id="{36FF7CF4-35AA-44A7-F20F-9A643007E9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54dda1946d_6_308:notes">
            <a:extLst>
              <a:ext uri="{FF2B5EF4-FFF2-40B4-BE49-F238E27FC236}">
                <a16:creationId xmlns:a16="http://schemas.microsoft.com/office/drawing/2014/main" id="{6C09E574-0187-A142-B62E-9A5D910252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6901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09B08A38-CE21-0C72-ED50-811A891D6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54dda1946d_6_332:notes">
            <a:extLst>
              <a:ext uri="{FF2B5EF4-FFF2-40B4-BE49-F238E27FC236}">
                <a16:creationId xmlns:a16="http://schemas.microsoft.com/office/drawing/2014/main" id="{FC52DAF1-21F8-249E-975E-5BF1584F8C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54dda1946d_6_332:notes">
            <a:extLst>
              <a:ext uri="{FF2B5EF4-FFF2-40B4-BE49-F238E27FC236}">
                <a16:creationId xmlns:a16="http://schemas.microsoft.com/office/drawing/2014/main" id="{594E4221-B2D2-2DE8-B51F-03F94DA44B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6172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>
          <a:extLst>
            <a:ext uri="{FF2B5EF4-FFF2-40B4-BE49-F238E27FC236}">
              <a16:creationId xmlns:a16="http://schemas.microsoft.com/office/drawing/2014/main" id="{D9F672DF-2A16-A236-74C3-0CFB72814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54dda1946d_6_308:notes">
            <a:extLst>
              <a:ext uri="{FF2B5EF4-FFF2-40B4-BE49-F238E27FC236}">
                <a16:creationId xmlns:a16="http://schemas.microsoft.com/office/drawing/2014/main" id="{F3DC1C29-B67C-3F55-831D-2748706C0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54dda1946d_6_308:notes">
            <a:extLst>
              <a:ext uri="{FF2B5EF4-FFF2-40B4-BE49-F238E27FC236}">
                <a16:creationId xmlns:a16="http://schemas.microsoft.com/office/drawing/2014/main" id="{B65DA01C-6F74-C17B-F0F8-5B1718E4F5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3086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7110BD60-5D35-72FA-E1E3-629ED1A9B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54dda1946d_6_332:notes">
            <a:extLst>
              <a:ext uri="{FF2B5EF4-FFF2-40B4-BE49-F238E27FC236}">
                <a16:creationId xmlns:a16="http://schemas.microsoft.com/office/drawing/2014/main" id="{69E7F262-5F78-BACE-5D60-EBD13D1A5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54dda1946d_6_332:notes">
            <a:extLst>
              <a:ext uri="{FF2B5EF4-FFF2-40B4-BE49-F238E27FC236}">
                <a16:creationId xmlns:a16="http://schemas.microsoft.com/office/drawing/2014/main" id="{27A0C8AC-5366-84EB-55F4-60C1DA6B6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039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343" y="1010425"/>
            <a:ext cx="4709100" cy="14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00" b="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326250" y="4505375"/>
            <a:ext cx="8491500" cy="318625"/>
            <a:chOff x="326250" y="4505375"/>
            <a:chExt cx="8491500" cy="318625"/>
          </a:xfrm>
        </p:grpSpPr>
        <p:sp>
          <p:nvSpPr>
            <p:cNvPr id="11" name="Google Shape;11;p2"/>
            <p:cNvSpPr/>
            <p:nvPr/>
          </p:nvSpPr>
          <p:spPr>
            <a:xfrm>
              <a:off x="326250" y="4505400"/>
              <a:ext cx="8491500" cy="318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8361877" y="4505375"/>
              <a:ext cx="455613" cy="318598"/>
              <a:chOff x="8362100" y="4505388"/>
              <a:chExt cx="455613" cy="315913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8362100" y="4505388"/>
                <a:ext cx="455613" cy="315913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32" extrusionOk="0">
                    <a:moveTo>
                      <a:pt x="0" y="132"/>
                    </a:moveTo>
                    <a:cubicBezTo>
                      <a:pt x="124" y="132"/>
                      <a:pt x="124" y="132"/>
                      <a:pt x="124" y="132"/>
                    </a:cubicBezTo>
                    <a:cubicBezTo>
                      <a:pt x="160" y="132"/>
                      <a:pt x="190" y="102"/>
                      <a:pt x="190" y="66"/>
                    </a:cubicBezTo>
                    <a:cubicBezTo>
                      <a:pt x="190" y="29"/>
                      <a:pt x="160" y="0"/>
                      <a:pt x="12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8477349" y="4595021"/>
                <a:ext cx="161419" cy="156795"/>
                <a:chOff x="10138900" y="2314588"/>
                <a:chExt cx="165101" cy="160338"/>
              </a:xfrm>
            </p:grpSpPr>
            <p:sp>
              <p:nvSpPr>
                <p:cNvPr id="15" name="Google Shape;15;p2"/>
                <p:cNvSpPr/>
                <p:nvPr/>
              </p:nvSpPr>
              <p:spPr>
                <a:xfrm>
                  <a:off x="10138900" y="2314588"/>
                  <a:ext cx="165100" cy="160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67" extrusionOk="0">
                      <a:moveTo>
                        <a:pt x="41" y="67"/>
                      </a:moveTo>
                      <a:cubicBezTo>
                        <a:pt x="41" y="67"/>
                        <a:pt x="41" y="67"/>
                        <a:pt x="41" y="67"/>
                      </a:cubicBezTo>
                      <a:cubicBezTo>
                        <a:pt x="40" y="67"/>
                        <a:pt x="40" y="67"/>
                        <a:pt x="40" y="66"/>
                      </a:cubicBezTo>
                      <a:cubicBezTo>
                        <a:pt x="33" y="34"/>
                        <a:pt x="33" y="34"/>
                        <a:pt x="33" y="34"/>
                      </a:cubicBezTo>
                      <a:cubicBezTo>
                        <a:pt x="1" y="25"/>
                        <a:pt x="1" y="25"/>
                        <a:pt x="1" y="25"/>
                      </a:cubicBezTo>
                      <a:cubicBezTo>
                        <a:pt x="0" y="25"/>
                        <a:pt x="0" y="25"/>
                        <a:pt x="0" y="24"/>
                      </a:cubicBezTo>
                      <a:cubicBezTo>
                        <a:pt x="0" y="24"/>
                        <a:pt x="0" y="23"/>
                        <a:pt x="1" y="23"/>
                      </a:cubicBezTo>
                      <a:cubicBezTo>
                        <a:pt x="68" y="0"/>
                        <a:pt x="68" y="0"/>
                        <a:pt x="68" y="0"/>
                      </a:cubicBezTo>
                      <a:cubicBezTo>
                        <a:pt x="68" y="0"/>
                        <a:pt x="69" y="0"/>
                        <a:pt x="69" y="0"/>
                      </a:cubicBezTo>
                      <a:cubicBezTo>
                        <a:pt x="69" y="1"/>
                        <a:pt x="69" y="1"/>
                        <a:pt x="69" y="2"/>
                      </a:cubicBezTo>
                      <a:cubicBezTo>
                        <a:pt x="42" y="67"/>
                        <a:pt x="42" y="67"/>
                        <a:pt x="42" y="67"/>
                      </a:cubicBezTo>
                      <a:cubicBezTo>
                        <a:pt x="42" y="67"/>
                        <a:pt x="41" y="67"/>
                        <a:pt x="41" y="67"/>
                      </a:cubicBezTo>
                      <a:close/>
                      <a:moveTo>
                        <a:pt x="5" y="24"/>
                      </a:moveTo>
                      <a:cubicBezTo>
                        <a:pt x="34" y="32"/>
                        <a:pt x="34" y="32"/>
                        <a:pt x="34" y="32"/>
                      </a:cubicBezTo>
                      <a:cubicBezTo>
                        <a:pt x="35" y="32"/>
                        <a:pt x="35" y="32"/>
                        <a:pt x="35" y="33"/>
                      </a:cubicBezTo>
                      <a:cubicBezTo>
                        <a:pt x="41" y="62"/>
                        <a:pt x="41" y="62"/>
                        <a:pt x="41" y="62"/>
                      </a:cubicBezTo>
                      <a:cubicBezTo>
                        <a:pt x="66" y="3"/>
                        <a:pt x="66" y="3"/>
                        <a:pt x="66" y="3"/>
                      </a:cubicBezTo>
                      <a:lnTo>
                        <a:pt x="5" y="2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" name="Google Shape;16;p2"/>
                <p:cNvSpPr/>
                <p:nvPr/>
              </p:nvSpPr>
              <p:spPr>
                <a:xfrm>
                  <a:off x="10216688" y="2314588"/>
                  <a:ext cx="87313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" h="51" extrusionOk="0">
                      <a:moveTo>
                        <a:pt x="3" y="51"/>
                      </a:moveTo>
                      <a:lnTo>
                        <a:pt x="0" y="48"/>
                      </a:lnTo>
                      <a:lnTo>
                        <a:pt x="52" y="0"/>
                      </a:lnTo>
                      <a:lnTo>
                        <a:pt x="55" y="3"/>
                      </a:lnTo>
                      <a:lnTo>
                        <a:pt x="3" y="5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713225" y="2529275"/>
            <a:ext cx="4709100" cy="3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326225" y="228100"/>
            <a:ext cx="1156134" cy="311400"/>
            <a:chOff x="326225" y="228100"/>
            <a:chExt cx="1156134" cy="311400"/>
          </a:xfrm>
        </p:grpSpPr>
        <p:grpSp>
          <p:nvGrpSpPr>
            <p:cNvPr id="19" name="Google Shape;19;p2"/>
            <p:cNvGrpSpPr/>
            <p:nvPr/>
          </p:nvGrpSpPr>
          <p:grpSpPr>
            <a:xfrm>
              <a:off x="752642" y="228100"/>
              <a:ext cx="303300" cy="311400"/>
              <a:chOff x="752642" y="228100"/>
              <a:chExt cx="303300" cy="311400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752642" y="228100"/>
                <a:ext cx="303300" cy="311400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01842" y="281350"/>
                <a:ext cx="204900" cy="204900"/>
              </a:xfrm>
              <a:prstGeom prst="mathPlus">
                <a:avLst>
                  <a:gd name="adj1" fmla="val 2352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>
              <a:off x="1179059" y="228100"/>
              <a:ext cx="303300" cy="311400"/>
              <a:chOff x="1179059" y="228100"/>
              <a:chExt cx="303300" cy="311400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1179059" y="228100"/>
                <a:ext cx="303300" cy="311400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245959" y="299200"/>
                <a:ext cx="169500" cy="169200"/>
              </a:xfrm>
              <a:prstGeom prst="flowChartMagneticTap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5" name="Google Shape;25;p2"/>
            <p:cNvGrpSpPr/>
            <p:nvPr/>
          </p:nvGrpSpPr>
          <p:grpSpPr>
            <a:xfrm>
              <a:off x="326225" y="228100"/>
              <a:ext cx="303300" cy="311400"/>
              <a:chOff x="326225" y="228100"/>
              <a:chExt cx="303300" cy="311400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326225" y="228100"/>
                <a:ext cx="303300" cy="311400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27" name="Google Shape;27;p2"/>
              <p:cNvGrpSpPr/>
              <p:nvPr/>
            </p:nvGrpSpPr>
            <p:grpSpPr>
              <a:xfrm>
                <a:off x="381693" y="299201"/>
                <a:ext cx="192347" cy="156850"/>
                <a:chOff x="2244725" y="192088"/>
                <a:chExt cx="7724774" cy="6299200"/>
              </a:xfrm>
            </p:grpSpPr>
            <p:sp>
              <p:nvSpPr>
                <p:cNvPr id="28" name="Google Shape;28;p2"/>
                <p:cNvSpPr/>
                <p:nvPr/>
              </p:nvSpPr>
              <p:spPr>
                <a:xfrm>
                  <a:off x="2244725" y="192088"/>
                  <a:ext cx="7724774" cy="2182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0" h="579" extrusionOk="0">
                      <a:moveTo>
                        <a:pt x="0" y="500"/>
                      </a:moveTo>
                      <a:cubicBezTo>
                        <a:pt x="41" y="459"/>
                        <a:pt x="81" y="414"/>
                        <a:pt x="125" y="376"/>
                      </a:cubicBezTo>
                      <a:cubicBezTo>
                        <a:pt x="310" y="216"/>
                        <a:pt x="524" y="112"/>
                        <a:pt x="765" y="71"/>
                      </a:cubicBezTo>
                      <a:cubicBezTo>
                        <a:pt x="1179" y="0"/>
                        <a:pt x="1553" y="95"/>
                        <a:pt x="1883" y="355"/>
                      </a:cubicBezTo>
                      <a:cubicBezTo>
                        <a:pt x="1934" y="395"/>
                        <a:pt x="1980" y="442"/>
                        <a:pt x="2026" y="487"/>
                      </a:cubicBezTo>
                      <a:cubicBezTo>
                        <a:pt x="2050" y="510"/>
                        <a:pt x="2049" y="540"/>
                        <a:pt x="2028" y="560"/>
                      </a:cubicBezTo>
                      <a:cubicBezTo>
                        <a:pt x="2007" y="579"/>
                        <a:pt x="1979" y="576"/>
                        <a:pt x="1956" y="553"/>
                      </a:cubicBezTo>
                      <a:cubicBezTo>
                        <a:pt x="1953" y="550"/>
                        <a:pt x="1950" y="547"/>
                        <a:pt x="1948" y="544"/>
                      </a:cubicBezTo>
                      <a:cubicBezTo>
                        <a:pt x="1820" y="410"/>
                        <a:pt x="1670" y="307"/>
                        <a:pt x="1497" y="238"/>
                      </a:cubicBezTo>
                      <a:cubicBezTo>
                        <a:pt x="1007" y="42"/>
                        <a:pt x="462" y="158"/>
                        <a:pt x="93" y="538"/>
                      </a:cubicBezTo>
                      <a:cubicBezTo>
                        <a:pt x="57" y="574"/>
                        <a:pt x="28" y="571"/>
                        <a:pt x="0" y="528"/>
                      </a:cubicBezTo>
                      <a:cubicBezTo>
                        <a:pt x="0" y="519"/>
                        <a:pt x="0" y="510"/>
                        <a:pt x="0" y="50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3240088" y="1990726"/>
                  <a:ext cx="5738812" cy="1576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3" h="418" extrusionOk="0">
                      <a:moveTo>
                        <a:pt x="769" y="0"/>
                      </a:moveTo>
                      <a:cubicBezTo>
                        <a:pt x="1046" y="6"/>
                        <a:pt x="1294" y="113"/>
                        <a:pt x="1493" y="328"/>
                      </a:cubicBezTo>
                      <a:cubicBezTo>
                        <a:pt x="1523" y="360"/>
                        <a:pt x="1512" y="404"/>
                        <a:pt x="1473" y="413"/>
                      </a:cubicBezTo>
                      <a:cubicBezTo>
                        <a:pt x="1451" y="418"/>
                        <a:pt x="1435" y="408"/>
                        <a:pt x="1421" y="392"/>
                      </a:cubicBezTo>
                      <a:cubicBezTo>
                        <a:pt x="1372" y="338"/>
                        <a:pt x="1317" y="291"/>
                        <a:pt x="1257" y="251"/>
                      </a:cubicBezTo>
                      <a:cubicBezTo>
                        <a:pt x="890" y="6"/>
                        <a:pt x="403" y="59"/>
                        <a:pt x="98" y="377"/>
                      </a:cubicBezTo>
                      <a:cubicBezTo>
                        <a:pt x="89" y="387"/>
                        <a:pt x="78" y="397"/>
                        <a:pt x="65" y="402"/>
                      </a:cubicBezTo>
                      <a:cubicBezTo>
                        <a:pt x="45" y="409"/>
                        <a:pt x="23" y="399"/>
                        <a:pt x="12" y="381"/>
                      </a:cubicBezTo>
                      <a:cubicBezTo>
                        <a:pt x="0" y="362"/>
                        <a:pt x="1" y="339"/>
                        <a:pt x="19" y="322"/>
                      </a:cubicBezTo>
                      <a:cubicBezTo>
                        <a:pt x="55" y="287"/>
                        <a:pt x="90" y="251"/>
                        <a:pt x="130" y="219"/>
                      </a:cubicBezTo>
                      <a:cubicBezTo>
                        <a:pt x="312" y="75"/>
                        <a:pt x="521" y="3"/>
                        <a:pt x="76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4318000" y="3717926"/>
                  <a:ext cx="3544888" cy="1138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1" h="302" extrusionOk="0">
                      <a:moveTo>
                        <a:pt x="485" y="0"/>
                      </a:moveTo>
                      <a:cubicBezTo>
                        <a:pt x="649" y="3"/>
                        <a:pt x="801" y="72"/>
                        <a:pt x="920" y="211"/>
                      </a:cubicBezTo>
                      <a:cubicBezTo>
                        <a:pt x="941" y="235"/>
                        <a:pt x="941" y="264"/>
                        <a:pt x="919" y="283"/>
                      </a:cubicBezTo>
                      <a:cubicBezTo>
                        <a:pt x="897" y="302"/>
                        <a:pt x="869" y="299"/>
                        <a:pt x="847" y="274"/>
                      </a:cubicBezTo>
                      <a:cubicBezTo>
                        <a:pt x="768" y="181"/>
                        <a:pt x="668" y="122"/>
                        <a:pt x="547" y="104"/>
                      </a:cubicBezTo>
                      <a:cubicBezTo>
                        <a:pt x="374" y="78"/>
                        <a:pt x="227" y="129"/>
                        <a:pt x="105" y="254"/>
                      </a:cubicBezTo>
                      <a:cubicBezTo>
                        <a:pt x="100" y="259"/>
                        <a:pt x="96" y="264"/>
                        <a:pt x="91" y="268"/>
                      </a:cubicBezTo>
                      <a:cubicBezTo>
                        <a:pt x="71" y="288"/>
                        <a:pt x="43" y="290"/>
                        <a:pt x="23" y="272"/>
                      </a:cubicBezTo>
                      <a:cubicBezTo>
                        <a:pt x="3" y="254"/>
                        <a:pt x="0" y="223"/>
                        <a:pt x="21" y="203"/>
                      </a:cubicBezTo>
                      <a:cubicBezTo>
                        <a:pt x="58" y="167"/>
                        <a:pt x="95" y="131"/>
                        <a:pt x="136" y="102"/>
                      </a:cubicBezTo>
                      <a:cubicBezTo>
                        <a:pt x="235" y="33"/>
                        <a:pt x="346" y="1"/>
                        <a:pt x="48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5429250" y="5157788"/>
                  <a:ext cx="1330325" cy="133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" h="354" extrusionOk="0">
                      <a:moveTo>
                        <a:pt x="0" y="177"/>
                      </a:moveTo>
                      <a:cubicBezTo>
                        <a:pt x="0" y="79"/>
                        <a:pt x="79" y="0"/>
                        <a:pt x="178" y="0"/>
                      </a:cubicBezTo>
                      <a:cubicBezTo>
                        <a:pt x="275" y="1"/>
                        <a:pt x="353" y="79"/>
                        <a:pt x="353" y="177"/>
                      </a:cubicBezTo>
                      <a:cubicBezTo>
                        <a:pt x="353" y="276"/>
                        <a:pt x="274" y="354"/>
                        <a:pt x="176" y="354"/>
                      </a:cubicBezTo>
                      <a:cubicBezTo>
                        <a:pt x="78" y="353"/>
                        <a:pt x="0" y="275"/>
                        <a:pt x="0" y="177"/>
                      </a:cubicBezTo>
                      <a:close/>
                      <a:moveTo>
                        <a:pt x="97" y="177"/>
                      </a:moveTo>
                      <a:cubicBezTo>
                        <a:pt x="97" y="221"/>
                        <a:pt x="132" y="257"/>
                        <a:pt x="176" y="257"/>
                      </a:cubicBezTo>
                      <a:cubicBezTo>
                        <a:pt x="220" y="258"/>
                        <a:pt x="256" y="222"/>
                        <a:pt x="257" y="178"/>
                      </a:cubicBezTo>
                      <a:cubicBezTo>
                        <a:pt x="257" y="133"/>
                        <a:pt x="221" y="97"/>
                        <a:pt x="176" y="97"/>
                      </a:cubicBezTo>
                      <a:cubicBezTo>
                        <a:pt x="132" y="97"/>
                        <a:pt x="97" y="132"/>
                        <a:pt x="97" y="17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4047175" y="2724653"/>
            <a:ext cx="4383600" cy="10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200" b="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7195075" y="1806613"/>
            <a:ext cx="12357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 b="0">
                <a:solidFill>
                  <a:schemeClr val="lt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35" name="Google Shape;35;p3"/>
          <p:cNvGrpSpPr/>
          <p:nvPr/>
        </p:nvGrpSpPr>
        <p:grpSpPr>
          <a:xfrm>
            <a:off x="7661600" y="228100"/>
            <a:ext cx="1156134" cy="311400"/>
            <a:chOff x="7661600" y="228100"/>
            <a:chExt cx="1156134" cy="311400"/>
          </a:xfrm>
        </p:grpSpPr>
        <p:sp>
          <p:nvSpPr>
            <p:cNvPr id="36" name="Google Shape;36;p3"/>
            <p:cNvSpPr/>
            <p:nvPr/>
          </p:nvSpPr>
          <p:spPr>
            <a:xfrm>
              <a:off x="7661600" y="228100"/>
              <a:ext cx="303300" cy="311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088017" y="228100"/>
              <a:ext cx="303300" cy="311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8514434" y="228100"/>
              <a:ext cx="303300" cy="311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8137217" y="281350"/>
              <a:ext cx="204900" cy="2049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8581334" y="299200"/>
              <a:ext cx="169500" cy="169200"/>
            </a:xfrm>
            <a:prstGeom prst="flowChartMagneticTap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41" name="Google Shape;41;p3"/>
            <p:cNvGrpSpPr/>
            <p:nvPr/>
          </p:nvGrpSpPr>
          <p:grpSpPr>
            <a:xfrm>
              <a:off x="7717068" y="305376"/>
              <a:ext cx="192347" cy="156850"/>
              <a:chOff x="2244725" y="192088"/>
              <a:chExt cx="7724774" cy="6299200"/>
            </a:xfrm>
          </p:grpSpPr>
          <p:sp>
            <p:nvSpPr>
              <p:cNvPr id="42" name="Google Shape;42;p3"/>
              <p:cNvSpPr/>
              <p:nvPr/>
            </p:nvSpPr>
            <p:spPr>
              <a:xfrm>
                <a:off x="2244725" y="192088"/>
                <a:ext cx="7724774" cy="2182813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579" extrusionOk="0">
                    <a:moveTo>
                      <a:pt x="0" y="500"/>
                    </a:moveTo>
                    <a:cubicBezTo>
                      <a:pt x="41" y="459"/>
                      <a:pt x="81" y="414"/>
                      <a:pt x="125" y="376"/>
                    </a:cubicBezTo>
                    <a:cubicBezTo>
                      <a:pt x="310" y="216"/>
                      <a:pt x="524" y="112"/>
                      <a:pt x="765" y="71"/>
                    </a:cubicBezTo>
                    <a:cubicBezTo>
                      <a:pt x="1179" y="0"/>
                      <a:pt x="1553" y="95"/>
                      <a:pt x="1883" y="355"/>
                    </a:cubicBezTo>
                    <a:cubicBezTo>
                      <a:pt x="1934" y="395"/>
                      <a:pt x="1980" y="442"/>
                      <a:pt x="2026" y="487"/>
                    </a:cubicBezTo>
                    <a:cubicBezTo>
                      <a:pt x="2050" y="510"/>
                      <a:pt x="2049" y="540"/>
                      <a:pt x="2028" y="560"/>
                    </a:cubicBezTo>
                    <a:cubicBezTo>
                      <a:pt x="2007" y="579"/>
                      <a:pt x="1979" y="576"/>
                      <a:pt x="1956" y="553"/>
                    </a:cubicBezTo>
                    <a:cubicBezTo>
                      <a:pt x="1953" y="550"/>
                      <a:pt x="1950" y="547"/>
                      <a:pt x="1948" y="544"/>
                    </a:cubicBezTo>
                    <a:cubicBezTo>
                      <a:pt x="1820" y="410"/>
                      <a:pt x="1670" y="307"/>
                      <a:pt x="1497" y="238"/>
                    </a:cubicBezTo>
                    <a:cubicBezTo>
                      <a:pt x="1007" y="42"/>
                      <a:pt x="462" y="158"/>
                      <a:pt x="93" y="538"/>
                    </a:cubicBezTo>
                    <a:cubicBezTo>
                      <a:pt x="57" y="574"/>
                      <a:pt x="28" y="571"/>
                      <a:pt x="0" y="528"/>
                    </a:cubicBezTo>
                    <a:cubicBezTo>
                      <a:pt x="0" y="519"/>
                      <a:pt x="0" y="510"/>
                      <a:pt x="0" y="5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3240088" y="1990726"/>
                <a:ext cx="5738812" cy="1576388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418" extrusionOk="0">
                    <a:moveTo>
                      <a:pt x="769" y="0"/>
                    </a:moveTo>
                    <a:cubicBezTo>
                      <a:pt x="1046" y="6"/>
                      <a:pt x="1294" y="113"/>
                      <a:pt x="1493" y="328"/>
                    </a:cubicBezTo>
                    <a:cubicBezTo>
                      <a:pt x="1523" y="360"/>
                      <a:pt x="1512" y="404"/>
                      <a:pt x="1473" y="413"/>
                    </a:cubicBezTo>
                    <a:cubicBezTo>
                      <a:pt x="1451" y="418"/>
                      <a:pt x="1435" y="408"/>
                      <a:pt x="1421" y="392"/>
                    </a:cubicBezTo>
                    <a:cubicBezTo>
                      <a:pt x="1372" y="338"/>
                      <a:pt x="1317" y="291"/>
                      <a:pt x="1257" y="251"/>
                    </a:cubicBezTo>
                    <a:cubicBezTo>
                      <a:pt x="890" y="6"/>
                      <a:pt x="403" y="59"/>
                      <a:pt x="98" y="377"/>
                    </a:cubicBezTo>
                    <a:cubicBezTo>
                      <a:pt x="89" y="387"/>
                      <a:pt x="78" y="397"/>
                      <a:pt x="65" y="402"/>
                    </a:cubicBezTo>
                    <a:cubicBezTo>
                      <a:pt x="45" y="409"/>
                      <a:pt x="23" y="399"/>
                      <a:pt x="12" y="381"/>
                    </a:cubicBezTo>
                    <a:cubicBezTo>
                      <a:pt x="0" y="362"/>
                      <a:pt x="1" y="339"/>
                      <a:pt x="19" y="322"/>
                    </a:cubicBezTo>
                    <a:cubicBezTo>
                      <a:pt x="55" y="287"/>
                      <a:pt x="90" y="251"/>
                      <a:pt x="130" y="219"/>
                    </a:cubicBezTo>
                    <a:cubicBezTo>
                      <a:pt x="312" y="75"/>
                      <a:pt x="521" y="3"/>
                      <a:pt x="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4318000" y="3717926"/>
                <a:ext cx="3544888" cy="1138238"/>
              </a:xfrm>
              <a:custGeom>
                <a:avLst/>
                <a:gdLst/>
                <a:ahLst/>
                <a:cxnLst/>
                <a:rect l="l" t="t" r="r" b="b"/>
                <a:pathLst>
                  <a:path w="941" h="302" extrusionOk="0">
                    <a:moveTo>
                      <a:pt x="485" y="0"/>
                    </a:moveTo>
                    <a:cubicBezTo>
                      <a:pt x="649" y="3"/>
                      <a:pt x="801" y="72"/>
                      <a:pt x="920" y="211"/>
                    </a:cubicBezTo>
                    <a:cubicBezTo>
                      <a:pt x="941" y="235"/>
                      <a:pt x="941" y="264"/>
                      <a:pt x="919" y="283"/>
                    </a:cubicBezTo>
                    <a:cubicBezTo>
                      <a:pt x="897" y="302"/>
                      <a:pt x="869" y="299"/>
                      <a:pt x="847" y="274"/>
                    </a:cubicBezTo>
                    <a:cubicBezTo>
                      <a:pt x="768" y="181"/>
                      <a:pt x="668" y="122"/>
                      <a:pt x="547" y="104"/>
                    </a:cubicBezTo>
                    <a:cubicBezTo>
                      <a:pt x="374" y="78"/>
                      <a:pt x="227" y="129"/>
                      <a:pt x="105" y="254"/>
                    </a:cubicBezTo>
                    <a:cubicBezTo>
                      <a:pt x="100" y="259"/>
                      <a:pt x="96" y="264"/>
                      <a:pt x="91" y="268"/>
                    </a:cubicBezTo>
                    <a:cubicBezTo>
                      <a:pt x="71" y="288"/>
                      <a:pt x="43" y="290"/>
                      <a:pt x="23" y="272"/>
                    </a:cubicBezTo>
                    <a:cubicBezTo>
                      <a:pt x="3" y="254"/>
                      <a:pt x="0" y="223"/>
                      <a:pt x="21" y="203"/>
                    </a:cubicBezTo>
                    <a:cubicBezTo>
                      <a:pt x="58" y="167"/>
                      <a:pt x="95" y="131"/>
                      <a:pt x="136" y="102"/>
                    </a:cubicBezTo>
                    <a:cubicBezTo>
                      <a:pt x="235" y="33"/>
                      <a:pt x="346" y="1"/>
                      <a:pt x="4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5429250" y="5157788"/>
                <a:ext cx="1330325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54" extrusionOk="0">
                    <a:moveTo>
                      <a:pt x="0" y="177"/>
                    </a:moveTo>
                    <a:cubicBezTo>
                      <a:pt x="0" y="79"/>
                      <a:pt x="79" y="0"/>
                      <a:pt x="178" y="0"/>
                    </a:cubicBezTo>
                    <a:cubicBezTo>
                      <a:pt x="275" y="1"/>
                      <a:pt x="353" y="79"/>
                      <a:pt x="353" y="177"/>
                    </a:cubicBezTo>
                    <a:cubicBezTo>
                      <a:pt x="353" y="276"/>
                      <a:pt x="274" y="354"/>
                      <a:pt x="176" y="354"/>
                    </a:cubicBezTo>
                    <a:cubicBezTo>
                      <a:pt x="78" y="353"/>
                      <a:pt x="0" y="275"/>
                      <a:pt x="0" y="177"/>
                    </a:cubicBezTo>
                    <a:close/>
                    <a:moveTo>
                      <a:pt x="97" y="177"/>
                    </a:moveTo>
                    <a:cubicBezTo>
                      <a:pt x="97" y="221"/>
                      <a:pt x="132" y="257"/>
                      <a:pt x="176" y="257"/>
                    </a:cubicBezTo>
                    <a:cubicBezTo>
                      <a:pt x="220" y="258"/>
                      <a:pt x="256" y="222"/>
                      <a:pt x="257" y="178"/>
                    </a:cubicBezTo>
                    <a:cubicBezTo>
                      <a:pt x="257" y="133"/>
                      <a:pt x="221" y="97"/>
                      <a:pt x="176" y="97"/>
                    </a:cubicBezTo>
                    <a:cubicBezTo>
                      <a:pt x="132" y="97"/>
                      <a:pt x="97" y="132"/>
                      <a:pt x="97" y="1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" name="Google Shape;46;p3"/>
          <p:cNvGrpSpPr/>
          <p:nvPr/>
        </p:nvGrpSpPr>
        <p:grpSpPr>
          <a:xfrm>
            <a:off x="326250" y="4505375"/>
            <a:ext cx="8491500" cy="318625"/>
            <a:chOff x="326250" y="4505375"/>
            <a:chExt cx="8491500" cy="318625"/>
          </a:xfrm>
        </p:grpSpPr>
        <p:sp>
          <p:nvSpPr>
            <p:cNvPr id="47" name="Google Shape;47;p3"/>
            <p:cNvSpPr/>
            <p:nvPr/>
          </p:nvSpPr>
          <p:spPr>
            <a:xfrm>
              <a:off x="326250" y="4505400"/>
              <a:ext cx="8491500" cy="318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48" name="Google Shape;48;p3"/>
            <p:cNvGrpSpPr/>
            <p:nvPr/>
          </p:nvGrpSpPr>
          <p:grpSpPr>
            <a:xfrm>
              <a:off x="8361877" y="4505375"/>
              <a:ext cx="455613" cy="318598"/>
              <a:chOff x="8362100" y="4505388"/>
              <a:chExt cx="455613" cy="315913"/>
            </a:xfrm>
          </p:grpSpPr>
          <p:sp>
            <p:nvSpPr>
              <p:cNvPr id="49" name="Google Shape;49;p3"/>
              <p:cNvSpPr/>
              <p:nvPr/>
            </p:nvSpPr>
            <p:spPr>
              <a:xfrm>
                <a:off x="8362100" y="4505388"/>
                <a:ext cx="455613" cy="315913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32" extrusionOk="0">
                    <a:moveTo>
                      <a:pt x="0" y="132"/>
                    </a:moveTo>
                    <a:cubicBezTo>
                      <a:pt x="124" y="132"/>
                      <a:pt x="124" y="132"/>
                      <a:pt x="124" y="132"/>
                    </a:cubicBezTo>
                    <a:cubicBezTo>
                      <a:pt x="160" y="132"/>
                      <a:pt x="190" y="102"/>
                      <a:pt x="190" y="66"/>
                    </a:cubicBezTo>
                    <a:cubicBezTo>
                      <a:pt x="190" y="29"/>
                      <a:pt x="160" y="0"/>
                      <a:pt x="12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0" name="Google Shape;50;p3"/>
              <p:cNvGrpSpPr/>
              <p:nvPr/>
            </p:nvGrpSpPr>
            <p:grpSpPr>
              <a:xfrm>
                <a:off x="8477349" y="4595021"/>
                <a:ext cx="161419" cy="156795"/>
                <a:chOff x="10138900" y="2314588"/>
                <a:chExt cx="165101" cy="160338"/>
              </a:xfrm>
            </p:grpSpPr>
            <p:sp>
              <p:nvSpPr>
                <p:cNvPr id="51" name="Google Shape;51;p3"/>
                <p:cNvSpPr/>
                <p:nvPr/>
              </p:nvSpPr>
              <p:spPr>
                <a:xfrm>
                  <a:off x="10138900" y="2314588"/>
                  <a:ext cx="165100" cy="160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67" extrusionOk="0">
                      <a:moveTo>
                        <a:pt x="41" y="67"/>
                      </a:moveTo>
                      <a:cubicBezTo>
                        <a:pt x="41" y="67"/>
                        <a:pt x="41" y="67"/>
                        <a:pt x="41" y="67"/>
                      </a:cubicBezTo>
                      <a:cubicBezTo>
                        <a:pt x="40" y="67"/>
                        <a:pt x="40" y="67"/>
                        <a:pt x="40" y="66"/>
                      </a:cubicBezTo>
                      <a:cubicBezTo>
                        <a:pt x="33" y="34"/>
                        <a:pt x="33" y="34"/>
                        <a:pt x="33" y="34"/>
                      </a:cubicBezTo>
                      <a:cubicBezTo>
                        <a:pt x="1" y="25"/>
                        <a:pt x="1" y="25"/>
                        <a:pt x="1" y="25"/>
                      </a:cubicBezTo>
                      <a:cubicBezTo>
                        <a:pt x="0" y="25"/>
                        <a:pt x="0" y="25"/>
                        <a:pt x="0" y="24"/>
                      </a:cubicBezTo>
                      <a:cubicBezTo>
                        <a:pt x="0" y="24"/>
                        <a:pt x="0" y="23"/>
                        <a:pt x="1" y="23"/>
                      </a:cubicBezTo>
                      <a:cubicBezTo>
                        <a:pt x="68" y="0"/>
                        <a:pt x="68" y="0"/>
                        <a:pt x="68" y="0"/>
                      </a:cubicBezTo>
                      <a:cubicBezTo>
                        <a:pt x="68" y="0"/>
                        <a:pt x="69" y="0"/>
                        <a:pt x="69" y="0"/>
                      </a:cubicBezTo>
                      <a:cubicBezTo>
                        <a:pt x="69" y="1"/>
                        <a:pt x="69" y="1"/>
                        <a:pt x="69" y="2"/>
                      </a:cubicBezTo>
                      <a:cubicBezTo>
                        <a:pt x="42" y="67"/>
                        <a:pt x="42" y="67"/>
                        <a:pt x="42" y="67"/>
                      </a:cubicBezTo>
                      <a:cubicBezTo>
                        <a:pt x="42" y="67"/>
                        <a:pt x="41" y="67"/>
                        <a:pt x="41" y="67"/>
                      </a:cubicBezTo>
                      <a:close/>
                      <a:moveTo>
                        <a:pt x="5" y="24"/>
                      </a:moveTo>
                      <a:cubicBezTo>
                        <a:pt x="34" y="32"/>
                        <a:pt x="34" y="32"/>
                        <a:pt x="34" y="32"/>
                      </a:cubicBezTo>
                      <a:cubicBezTo>
                        <a:pt x="35" y="32"/>
                        <a:pt x="35" y="32"/>
                        <a:pt x="35" y="33"/>
                      </a:cubicBezTo>
                      <a:cubicBezTo>
                        <a:pt x="41" y="62"/>
                        <a:pt x="41" y="62"/>
                        <a:pt x="41" y="62"/>
                      </a:cubicBezTo>
                      <a:cubicBezTo>
                        <a:pt x="66" y="3"/>
                        <a:pt x="66" y="3"/>
                        <a:pt x="66" y="3"/>
                      </a:cubicBezTo>
                      <a:lnTo>
                        <a:pt x="5" y="2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0216688" y="2314588"/>
                  <a:ext cx="87313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" h="51" extrusionOk="0">
                      <a:moveTo>
                        <a:pt x="3" y="51"/>
                      </a:moveTo>
                      <a:lnTo>
                        <a:pt x="0" y="48"/>
                      </a:lnTo>
                      <a:lnTo>
                        <a:pt x="52" y="0"/>
                      </a:lnTo>
                      <a:lnTo>
                        <a:pt x="55" y="3"/>
                      </a:lnTo>
                      <a:lnTo>
                        <a:pt x="3" y="5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"/>
          <p:cNvSpPr txBox="1">
            <a:spLocks noGrp="1"/>
          </p:cNvSpPr>
          <p:nvPr>
            <p:ph type="subTitle" idx="1"/>
          </p:nvPr>
        </p:nvSpPr>
        <p:spPr>
          <a:xfrm>
            <a:off x="4923249" y="2630674"/>
            <a:ext cx="25056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"/>
          <p:cNvSpPr txBox="1">
            <a:spLocks noGrp="1"/>
          </p:cNvSpPr>
          <p:nvPr>
            <p:ph type="subTitle" idx="2"/>
          </p:nvPr>
        </p:nvSpPr>
        <p:spPr>
          <a:xfrm>
            <a:off x="1715375" y="2630674"/>
            <a:ext cx="25056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"/>
          <p:cNvSpPr txBox="1">
            <a:spLocks noGrp="1"/>
          </p:cNvSpPr>
          <p:nvPr>
            <p:ph type="subTitle" idx="3"/>
          </p:nvPr>
        </p:nvSpPr>
        <p:spPr>
          <a:xfrm>
            <a:off x="1715375" y="2227853"/>
            <a:ext cx="2505600" cy="48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18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2400" b="1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2400" b="1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2400" b="1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2400" b="1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2400" b="1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2400" b="1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2400" b="1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2400" b="1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sp>
        <p:nvSpPr>
          <p:cNvPr id="95" name="Google Shape;95;p5"/>
          <p:cNvSpPr txBox="1">
            <a:spLocks noGrp="1"/>
          </p:cNvSpPr>
          <p:nvPr>
            <p:ph type="subTitle" idx="4"/>
          </p:nvPr>
        </p:nvSpPr>
        <p:spPr>
          <a:xfrm>
            <a:off x="4923250" y="2227853"/>
            <a:ext cx="2505600" cy="48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18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2400" b="1"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2400" b="1"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2400" b="1"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2400" b="1"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2400" b="1"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2400" b="1"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2400" b="1"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ela Gothic One"/>
              <a:buNone/>
              <a:defRPr sz="2400" b="1"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cxnSp>
        <p:nvCxnSpPr>
          <p:cNvPr id="96" name="Google Shape;96;p5"/>
          <p:cNvCxnSpPr/>
          <p:nvPr/>
        </p:nvCxnSpPr>
        <p:spPr>
          <a:xfrm>
            <a:off x="537725" y="-215075"/>
            <a:ext cx="0" cy="105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7" name="Google Shape;97;p5"/>
          <p:cNvGrpSpPr/>
          <p:nvPr/>
        </p:nvGrpSpPr>
        <p:grpSpPr>
          <a:xfrm>
            <a:off x="7273500" y="2478263"/>
            <a:ext cx="2036750" cy="2560812"/>
            <a:chOff x="7273500" y="2478263"/>
            <a:chExt cx="2036750" cy="2560812"/>
          </a:xfrm>
        </p:grpSpPr>
        <p:grpSp>
          <p:nvGrpSpPr>
            <p:cNvPr id="98" name="Google Shape;98;p5"/>
            <p:cNvGrpSpPr/>
            <p:nvPr/>
          </p:nvGrpSpPr>
          <p:grpSpPr>
            <a:xfrm>
              <a:off x="7273500" y="4720475"/>
              <a:ext cx="1544651" cy="318600"/>
              <a:chOff x="6043400" y="3591300"/>
              <a:chExt cx="1544651" cy="318600"/>
            </a:xfrm>
          </p:grpSpPr>
          <p:sp>
            <p:nvSpPr>
              <p:cNvPr id="99" name="Google Shape;99;p5"/>
              <p:cNvSpPr/>
              <p:nvPr/>
            </p:nvSpPr>
            <p:spPr>
              <a:xfrm>
                <a:off x="6043400" y="3591300"/>
                <a:ext cx="1544651" cy="31860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104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1"/>
                      <a:pt x="0" y="25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80"/>
                      <a:pt x="12" y="91"/>
                      <a:pt x="26" y="91"/>
                    </a:cubicBezTo>
                    <a:cubicBezTo>
                      <a:pt x="588" y="91"/>
                      <a:pt x="588" y="91"/>
                      <a:pt x="588" y="91"/>
                    </a:cubicBezTo>
                    <a:cubicBezTo>
                      <a:pt x="589" y="95"/>
                      <a:pt x="591" y="98"/>
                      <a:pt x="594" y="100"/>
                    </a:cubicBezTo>
                    <a:cubicBezTo>
                      <a:pt x="597" y="103"/>
                      <a:pt x="601" y="104"/>
                      <a:pt x="604" y="104"/>
                    </a:cubicBezTo>
                    <a:cubicBezTo>
                      <a:pt x="605" y="104"/>
                      <a:pt x="605" y="104"/>
                      <a:pt x="606" y="104"/>
                    </a:cubicBezTo>
                    <a:cubicBezTo>
                      <a:pt x="606" y="104"/>
                      <a:pt x="606" y="104"/>
                      <a:pt x="606" y="104"/>
                    </a:cubicBezTo>
                    <a:cubicBezTo>
                      <a:pt x="606" y="103"/>
                      <a:pt x="606" y="103"/>
                      <a:pt x="606" y="103"/>
                    </a:cubicBezTo>
                    <a:cubicBezTo>
                      <a:pt x="604" y="99"/>
                      <a:pt x="604" y="95"/>
                      <a:pt x="604" y="91"/>
                    </a:cubicBezTo>
                    <a:cubicBezTo>
                      <a:pt x="620" y="91"/>
                      <a:pt x="620" y="91"/>
                      <a:pt x="620" y="91"/>
                    </a:cubicBezTo>
                    <a:cubicBezTo>
                      <a:pt x="634" y="91"/>
                      <a:pt x="646" y="80"/>
                      <a:pt x="646" y="66"/>
                    </a:cubicBezTo>
                    <a:cubicBezTo>
                      <a:pt x="646" y="25"/>
                      <a:pt x="646" y="25"/>
                      <a:pt x="646" y="25"/>
                    </a:cubicBezTo>
                    <a:cubicBezTo>
                      <a:pt x="646" y="11"/>
                      <a:pt x="634" y="0"/>
                      <a:pt x="620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0" name="Google Shape;100;p5"/>
              <p:cNvGrpSpPr/>
              <p:nvPr/>
            </p:nvGrpSpPr>
            <p:grpSpPr>
              <a:xfrm>
                <a:off x="6141952" y="3680050"/>
                <a:ext cx="1369506" cy="102388"/>
                <a:chOff x="5848350" y="2788450"/>
                <a:chExt cx="1285800" cy="102388"/>
              </a:xfrm>
            </p:grpSpPr>
            <p:cxnSp>
              <p:nvCxnSpPr>
                <p:cNvPr id="101" name="Google Shape;101;p5"/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5"/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03" name="Google Shape;103;p5"/>
            <p:cNvGrpSpPr/>
            <p:nvPr/>
          </p:nvGrpSpPr>
          <p:grpSpPr>
            <a:xfrm>
              <a:off x="8430776" y="2478263"/>
              <a:ext cx="879475" cy="1439864"/>
              <a:chOff x="704550" y="2022613"/>
              <a:chExt cx="879475" cy="1439864"/>
            </a:xfrm>
          </p:grpSpPr>
          <p:sp>
            <p:nvSpPr>
              <p:cNvPr id="104" name="Google Shape;104;p5"/>
              <p:cNvSpPr/>
              <p:nvPr/>
            </p:nvSpPr>
            <p:spPr>
              <a:xfrm flipH="1">
                <a:off x="704551" y="2022613"/>
                <a:ext cx="879475" cy="1439864"/>
              </a:xfrm>
              <a:custGeom>
                <a:avLst/>
                <a:gdLst/>
                <a:ahLst/>
                <a:cxnLst/>
                <a:rect l="l" t="t" r="r" b="b"/>
                <a:pathLst>
                  <a:path w="368" h="602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563"/>
                      <a:pt x="0" y="563"/>
                      <a:pt x="0" y="563"/>
                    </a:cubicBezTo>
                    <a:cubicBezTo>
                      <a:pt x="0" y="577"/>
                      <a:pt x="12" y="589"/>
                      <a:pt x="26" y="589"/>
                    </a:cubicBezTo>
                    <a:cubicBezTo>
                      <a:pt x="310" y="589"/>
                      <a:pt x="310" y="589"/>
                      <a:pt x="310" y="589"/>
                    </a:cubicBezTo>
                    <a:cubicBezTo>
                      <a:pt x="310" y="592"/>
                      <a:pt x="313" y="596"/>
                      <a:pt x="315" y="598"/>
                    </a:cubicBezTo>
                    <a:cubicBezTo>
                      <a:pt x="318" y="600"/>
                      <a:pt x="322" y="602"/>
                      <a:pt x="326" y="602"/>
                    </a:cubicBezTo>
                    <a:cubicBezTo>
                      <a:pt x="327" y="602"/>
                      <a:pt x="327" y="602"/>
                      <a:pt x="327" y="602"/>
                    </a:cubicBezTo>
                    <a:cubicBezTo>
                      <a:pt x="328" y="602"/>
                      <a:pt x="328" y="602"/>
                      <a:pt x="328" y="602"/>
                    </a:cubicBezTo>
                    <a:cubicBezTo>
                      <a:pt x="328" y="601"/>
                      <a:pt x="328" y="601"/>
                      <a:pt x="328" y="601"/>
                    </a:cubicBezTo>
                    <a:cubicBezTo>
                      <a:pt x="326" y="597"/>
                      <a:pt x="326" y="593"/>
                      <a:pt x="326" y="589"/>
                    </a:cubicBezTo>
                    <a:cubicBezTo>
                      <a:pt x="342" y="589"/>
                      <a:pt x="342" y="589"/>
                      <a:pt x="342" y="589"/>
                    </a:cubicBezTo>
                    <a:cubicBezTo>
                      <a:pt x="356" y="589"/>
                      <a:pt x="368" y="577"/>
                      <a:pt x="368" y="563"/>
                    </a:cubicBezTo>
                    <a:cubicBezTo>
                      <a:pt x="368" y="25"/>
                      <a:pt x="368" y="25"/>
                      <a:pt x="368" y="25"/>
                    </a:cubicBezTo>
                    <a:cubicBezTo>
                      <a:pt x="368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5" name="Google Shape;105;p5"/>
              <p:cNvGrpSpPr/>
              <p:nvPr/>
            </p:nvGrpSpPr>
            <p:grpSpPr>
              <a:xfrm>
                <a:off x="839488" y="2182413"/>
                <a:ext cx="609600" cy="1117540"/>
                <a:chOff x="7453338" y="715125"/>
                <a:chExt cx="609600" cy="1117540"/>
              </a:xfrm>
            </p:grpSpPr>
            <p:cxnSp>
              <p:nvCxnSpPr>
                <p:cNvPr id="106" name="Google Shape;106;p5"/>
                <p:cNvCxnSpPr/>
                <p:nvPr/>
              </p:nvCxnSpPr>
              <p:spPr>
                <a:xfrm>
                  <a:off x="7453338" y="715125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5"/>
                <p:cNvCxnSpPr/>
                <p:nvPr/>
              </p:nvCxnSpPr>
              <p:spPr>
                <a:xfrm>
                  <a:off x="7453338" y="81672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5"/>
                <p:cNvCxnSpPr/>
                <p:nvPr/>
              </p:nvCxnSpPr>
              <p:spPr>
                <a:xfrm>
                  <a:off x="7453338" y="918314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5"/>
                <p:cNvCxnSpPr/>
                <p:nvPr/>
              </p:nvCxnSpPr>
              <p:spPr>
                <a:xfrm>
                  <a:off x="7453338" y="1019909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5"/>
                <p:cNvCxnSpPr/>
                <p:nvPr/>
              </p:nvCxnSpPr>
              <p:spPr>
                <a:xfrm>
                  <a:off x="7453338" y="1121503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5"/>
                <p:cNvCxnSpPr/>
                <p:nvPr/>
              </p:nvCxnSpPr>
              <p:spPr>
                <a:xfrm>
                  <a:off x="7453338" y="1223098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5"/>
                <p:cNvCxnSpPr/>
                <p:nvPr/>
              </p:nvCxnSpPr>
              <p:spPr>
                <a:xfrm>
                  <a:off x="7453338" y="1324692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3" name="Google Shape;113;p5"/>
                <p:cNvCxnSpPr/>
                <p:nvPr/>
              </p:nvCxnSpPr>
              <p:spPr>
                <a:xfrm>
                  <a:off x="7453338" y="1426287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4" name="Google Shape;114;p5"/>
                <p:cNvCxnSpPr/>
                <p:nvPr/>
              </p:nvCxnSpPr>
              <p:spPr>
                <a:xfrm>
                  <a:off x="7453338" y="1527881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" name="Google Shape;115;p5"/>
                <p:cNvCxnSpPr/>
                <p:nvPr/>
              </p:nvCxnSpPr>
              <p:spPr>
                <a:xfrm>
                  <a:off x="7453338" y="1629476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6" name="Google Shape;116;p5"/>
                <p:cNvCxnSpPr/>
                <p:nvPr/>
              </p:nvCxnSpPr>
              <p:spPr>
                <a:xfrm>
                  <a:off x="7453338" y="173107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7" name="Google Shape;117;p5"/>
                <p:cNvCxnSpPr/>
                <p:nvPr/>
              </p:nvCxnSpPr>
              <p:spPr>
                <a:xfrm>
                  <a:off x="7453338" y="1832665"/>
                  <a:ext cx="280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18" name="Google Shape;118;p5"/>
            <p:cNvGrpSpPr/>
            <p:nvPr/>
          </p:nvGrpSpPr>
          <p:grpSpPr>
            <a:xfrm>
              <a:off x="7940250" y="4134088"/>
              <a:ext cx="877888" cy="469900"/>
              <a:chOff x="7327075" y="3825188"/>
              <a:chExt cx="877888" cy="469900"/>
            </a:xfrm>
          </p:grpSpPr>
          <p:sp>
            <p:nvSpPr>
              <p:cNvPr id="119" name="Google Shape;119;p5"/>
              <p:cNvSpPr/>
              <p:nvPr/>
            </p:nvSpPr>
            <p:spPr>
              <a:xfrm>
                <a:off x="7327075" y="3825188"/>
                <a:ext cx="877888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97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2" y="184"/>
                      <a:pt x="26" y="184"/>
                    </a:cubicBezTo>
                    <a:cubicBezTo>
                      <a:pt x="309" y="184"/>
                      <a:pt x="309" y="184"/>
                      <a:pt x="309" y="184"/>
                    </a:cubicBezTo>
                    <a:cubicBezTo>
                      <a:pt x="310" y="187"/>
                      <a:pt x="312" y="191"/>
                      <a:pt x="315" y="193"/>
                    </a:cubicBezTo>
                    <a:cubicBezTo>
                      <a:pt x="318" y="196"/>
                      <a:pt x="322" y="197"/>
                      <a:pt x="326" y="197"/>
                    </a:cubicBezTo>
                    <a:cubicBezTo>
                      <a:pt x="326" y="197"/>
                      <a:pt x="327" y="197"/>
                      <a:pt x="327" y="197"/>
                    </a:cubicBezTo>
                    <a:cubicBezTo>
                      <a:pt x="328" y="197"/>
                      <a:pt x="328" y="197"/>
                      <a:pt x="328" y="197"/>
                    </a:cubicBezTo>
                    <a:cubicBezTo>
                      <a:pt x="328" y="196"/>
                      <a:pt x="328" y="196"/>
                      <a:pt x="328" y="196"/>
                    </a:cubicBezTo>
                    <a:cubicBezTo>
                      <a:pt x="326" y="192"/>
                      <a:pt x="325" y="188"/>
                      <a:pt x="326" y="184"/>
                    </a:cubicBezTo>
                    <a:cubicBezTo>
                      <a:pt x="342" y="184"/>
                      <a:pt x="342" y="184"/>
                      <a:pt x="342" y="184"/>
                    </a:cubicBezTo>
                    <a:cubicBezTo>
                      <a:pt x="356" y="184"/>
                      <a:pt x="367" y="172"/>
                      <a:pt x="367" y="158"/>
                    </a:cubicBezTo>
                    <a:cubicBezTo>
                      <a:pt x="367" y="25"/>
                      <a:pt x="367" y="25"/>
                      <a:pt x="367" y="25"/>
                    </a:cubicBezTo>
                    <a:cubicBezTo>
                      <a:pt x="367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" name="Google Shape;120;p5"/>
              <p:cNvGrpSpPr/>
              <p:nvPr/>
            </p:nvGrpSpPr>
            <p:grpSpPr>
              <a:xfrm>
                <a:off x="7435371" y="3940000"/>
                <a:ext cx="667073" cy="204775"/>
                <a:chOff x="5848350" y="2788450"/>
                <a:chExt cx="1285800" cy="204775"/>
              </a:xfrm>
            </p:grpSpPr>
            <p:cxnSp>
              <p:nvCxnSpPr>
                <p:cNvPr id="121" name="Google Shape;121;p5"/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2" name="Google Shape;122;p5"/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3" name="Google Shape;123;p5"/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grpSp>
        <p:nvGrpSpPr>
          <p:cNvPr id="124" name="Google Shape;124;p5"/>
          <p:cNvGrpSpPr/>
          <p:nvPr/>
        </p:nvGrpSpPr>
        <p:grpSpPr>
          <a:xfrm>
            <a:off x="7989842" y="3606725"/>
            <a:ext cx="303300" cy="311400"/>
            <a:chOff x="1663317" y="971900"/>
            <a:chExt cx="303300" cy="311400"/>
          </a:xfrm>
        </p:grpSpPr>
        <p:sp>
          <p:nvSpPr>
            <p:cNvPr id="125" name="Google Shape;125;p5"/>
            <p:cNvSpPr/>
            <p:nvPr/>
          </p:nvSpPr>
          <p:spPr>
            <a:xfrm>
              <a:off x="1663317" y="971900"/>
              <a:ext cx="303300" cy="311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1712517" y="1025150"/>
              <a:ext cx="204900" cy="204900"/>
            </a:xfrm>
            <a:prstGeom prst="mathPlus">
              <a:avLst>
                <a:gd name="adj1" fmla="val 23520"/>
              </a:avLst>
            </a:pr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8"/>
          <p:cNvGrpSpPr/>
          <p:nvPr/>
        </p:nvGrpSpPr>
        <p:grpSpPr>
          <a:xfrm>
            <a:off x="326250" y="4505375"/>
            <a:ext cx="8491500" cy="318625"/>
            <a:chOff x="326250" y="4505375"/>
            <a:chExt cx="8491500" cy="318625"/>
          </a:xfrm>
        </p:grpSpPr>
        <p:sp>
          <p:nvSpPr>
            <p:cNvPr id="196" name="Google Shape;196;p8"/>
            <p:cNvSpPr/>
            <p:nvPr/>
          </p:nvSpPr>
          <p:spPr>
            <a:xfrm>
              <a:off x="326250" y="4505400"/>
              <a:ext cx="8491500" cy="318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97" name="Google Shape;197;p8"/>
            <p:cNvGrpSpPr/>
            <p:nvPr/>
          </p:nvGrpSpPr>
          <p:grpSpPr>
            <a:xfrm>
              <a:off x="8361877" y="4505375"/>
              <a:ext cx="455613" cy="318598"/>
              <a:chOff x="8362100" y="4505388"/>
              <a:chExt cx="455613" cy="315913"/>
            </a:xfrm>
          </p:grpSpPr>
          <p:sp>
            <p:nvSpPr>
              <p:cNvPr id="198" name="Google Shape;198;p8"/>
              <p:cNvSpPr/>
              <p:nvPr/>
            </p:nvSpPr>
            <p:spPr>
              <a:xfrm>
                <a:off x="8362100" y="4505388"/>
                <a:ext cx="455613" cy="315913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32" extrusionOk="0">
                    <a:moveTo>
                      <a:pt x="0" y="132"/>
                    </a:moveTo>
                    <a:cubicBezTo>
                      <a:pt x="124" y="132"/>
                      <a:pt x="124" y="132"/>
                      <a:pt x="124" y="132"/>
                    </a:cubicBezTo>
                    <a:cubicBezTo>
                      <a:pt x="160" y="132"/>
                      <a:pt x="190" y="102"/>
                      <a:pt x="190" y="66"/>
                    </a:cubicBezTo>
                    <a:cubicBezTo>
                      <a:pt x="190" y="29"/>
                      <a:pt x="160" y="0"/>
                      <a:pt x="12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9" name="Google Shape;199;p8"/>
              <p:cNvGrpSpPr/>
              <p:nvPr/>
            </p:nvGrpSpPr>
            <p:grpSpPr>
              <a:xfrm>
                <a:off x="8477349" y="4595021"/>
                <a:ext cx="161419" cy="156795"/>
                <a:chOff x="10138900" y="2314588"/>
                <a:chExt cx="165101" cy="160338"/>
              </a:xfrm>
            </p:grpSpPr>
            <p:sp>
              <p:nvSpPr>
                <p:cNvPr id="200" name="Google Shape;200;p8"/>
                <p:cNvSpPr/>
                <p:nvPr/>
              </p:nvSpPr>
              <p:spPr>
                <a:xfrm>
                  <a:off x="10138900" y="2314588"/>
                  <a:ext cx="165100" cy="160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67" extrusionOk="0">
                      <a:moveTo>
                        <a:pt x="41" y="67"/>
                      </a:moveTo>
                      <a:cubicBezTo>
                        <a:pt x="41" y="67"/>
                        <a:pt x="41" y="67"/>
                        <a:pt x="41" y="67"/>
                      </a:cubicBezTo>
                      <a:cubicBezTo>
                        <a:pt x="40" y="67"/>
                        <a:pt x="40" y="67"/>
                        <a:pt x="40" y="66"/>
                      </a:cubicBezTo>
                      <a:cubicBezTo>
                        <a:pt x="33" y="34"/>
                        <a:pt x="33" y="34"/>
                        <a:pt x="33" y="34"/>
                      </a:cubicBezTo>
                      <a:cubicBezTo>
                        <a:pt x="1" y="25"/>
                        <a:pt x="1" y="25"/>
                        <a:pt x="1" y="25"/>
                      </a:cubicBezTo>
                      <a:cubicBezTo>
                        <a:pt x="0" y="25"/>
                        <a:pt x="0" y="25"/>
                        <a:pt x="0" y="24"/>
                      </a:cubicBezTo>
                      <a:cubicBezTo>
                        <a:pt x="0" y="24"/>
                        <a:pt x="0" y="23"/>
                        <a:pt x="1" y="23"/>
                      </a:cubicBezTo>
                      <a:cubicBezTo>
                        <a:pt x="68" y="0"/>
                        <a:pt x="68" y="0"/>
                        <a:pt x="68" y="0"/>
                      </a:cubicBezTo>
                      <a:cubicBezTo>
                        <a:pt x="68" y="0"/>
                        <a:pt x="69" y="0"/>
                        <a:pt x="69" y="0"/>
                      </a:cubicBezTo>
                      <a:cubicBezTo>
                        <a:pt x="69" y="1"/>
                        <a:pt x="69" y="1"/>
                        <a:pt x="69" y="2"/>
                      </a:cubicBezTo>
                      <a:cubicBezTo>
                        <a:pt x="42" y="67"/>
                        <a:pt x="42" y="67"/>
                        <a:pt x="42" y="67"/>
                      </a:cubicBezTo>
                      <a:cubicBezTo>
                        <a:pt x="42" y="67"/>
                        <a:pt x="41" y="67"/>
                        <a:pt x="41" y="67"/>
                      </a:cubicBezTo>
                      <a:close/>
                      <a:moveTo>
                        <a:pt x="5" y="24"/>
                      </a:moveTo>
                      <a:cubicBezTo>
                        <a:pt x="34" y="32"/>
                        <a:pt x="34" y="32"/>
                        <a:pt x="34" y="32"/>
                      </a:cubicBezTo>
                      <a:cubicBezTo>
                        <a:pt x="35" y="32"/>
                        <a:pt x="35" y="32"/>
                        <a:pt x="35" y="33"/>
                      </a:cubicBezTo>
                      <a:cubicBezTo>
                        <a:pt x="41" y="62"/>
                        <a:pt x="41" y="62"/>
                        <a:pt x="41" y="62"/>
                      </a:cubicBezTo>
                      <a:cubicBezTo>
                        <a:pt x="66" y="3"/>
                        <a:pt x="66" y="3"/>
                        <a:pt x="66" y="3"/>
                      </a:cubicBezTo>
                      <a:lnTo>
                        <a:pt x="5" y="2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" name="Google Shape;201;p8"/>
                <p:cNvSpPr/>
                <p:nvPr/>
              </p:nvSpPr>
              <p:spPr>
                <a:xfrm>
                  <a:off x="10216688" y="2314588"/>
                  <a:ext cx="87313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" h="51" extrusionOk="0">
                      <a:moveTo>
                        <a:pt x="3" y="51"/>
                      </a:moveTo>
                      <a:lnTo>
                        <a:pt x="0" y="48"/>
                      </a:lnTo>
                      <a:lnTo>
                        <a:pt x="52" y="0"/>
                      </a:lnTo>
                      <a:lnTo>
                        <a:pt x="55" y="3"/>
                      </a:lnTo>
                      <a:lnTo>
                        <a:pt x="3" y="5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02" name="Google Shape;202;p8"/>
          <p:cNvGrpSpPr/>
          <p:nvPr/>
        </p:nvGrpSpPr>
        <p:grpSpPr>
          <a:xfrm>
            <a:off x="326225" y="228100"/>
            <a:ext cx="1156134" cy="311400"/>
            <a:chOff x="326225" y="228100"/>
            <a:chExt cx="1156134" cy="311400"/>
          </a:xfrm>
        </p:grpSpPr>
        <p:sp>
          <p:nvSpPr>
            <p:cNvPr id="203" name="Google Shape;203;p8"/>
            <p:cNvSpPr/>
            <p:nvPr/>
          </p:nvSpPr>
          <p:spPr>
            <a:xfrm>
              <a:off x="326225" y="228100"/>
              <a:ext cx="303300" cy="311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752642" y="228100"/>
              <a:ext cx="303300" cy="311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1179059" y="228100"/>
              <a:ext cx="303300" cy="311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801842" y="281350"/>
              <a:ext cx="204900" cy="2049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7" name="Google Shape;207;p8"/>
            <p:cNvSpPr/>
            <p:nvPr/>
          </p:nvSpPr>
          <p:spPr>
            <a:xfrm>
              <a:off x="1245959" y="299200"/>
              <a:ext cx="169500" cy="169200"/>
            </a:xfrm>
            <a:prstGeom prst="flowChartMagneticTap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08" name="Google Shape;208;p8"/>
            <p:cNvGrpSpPr/>
            <p:nvPr/>
          </p:nvGrpSpPr>
          <p:grpSpPr>
            <a:xfrm>
              <a:off x="381693" y="299201"/>
              <a:ext cx="192347" cy="156850"/>
              <a:chOff x="2244725" y="192088"/>
              <a:chExt cx="7724774" cy="6299200"/>
            </a:xfrm>
          </p:grpSpPr>
          <p:sp>
            <p:nvSpPr>
              <p:cNvPr id="209" name="Google Shape;209;p8"/>
              <p:cNvSpPr/>
              <p:nvPr/>
            </p:nvSpPr>
            <p:spPr>
              <a:xfrm>
                <a:off x="2244725" y="192088"/>
                <a:ext cx="7724774" cy="2182813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579" extrusionOk="0">
                    <a:moveTo>
                      <a:pt x="0" y="500"/>
                    </a:moveTo>
                    <a:cubicBezTo>
                      <a:pt x="41" y="459"/>
                      <a:pt x="81" y="414"/>
                      <a:pt x="125" y="376"/>
                    </a:cubicBezTo>
                    <a:cubicBezTo>
                      <a:pt x="310" y="216"/>
                      <a:pt x="524" y="112"/>
                      <a:pt x="765" y="71"/>
                    </a:cubicBezTo>
                    <a:cubicBezTo>
                      <a:pt x="1179" y="0"/>
                      <a:pt x="1553" y="95"/>
                      <a:pt x="1883" y="355"/>
                    </a:cubicBezTo>
                    <a:cubicBezTo>
                      <a:pt x="1934" y="395"/>
                      <a:pt x="1980" y="442"/>
                      <a:pt x="2026" y="487"/>
                    </a:cubicBezTo>
                    <a:cubicBezTo>
                      <a:pt x="2050" y="510"/>
                      <a:pt x="2049" y="540"/>
                      <a:pt x="2028" y="560"/>
                    </a:cubicBezTo>
                    <a:cubicBezTo>
                      <a:pt x="2007" y="579"/>
                      <a:pt x="1979" y="576"/>
                      <a:pt x="1956" y="553"/>
                    </a:cubicBezTo>
                    <a:cubicBezTo>
                      <a:pt x="1953" y="550"/>
                      <a:pt x="1950" y="547"/>
                      <a:pt x="1948" y="544"/>
                    </a:cubicBezTo>
                    <a:cubicBezTo>
                      <a:pt x="1820" y="410"/>
                      <a:pt x="1670" y="307"/>
                      <a:pt x="1497" y="238"/>
                    </a:cubicBezTo>
                    <a:cubicBezTo>
                      <a:pt x="1007" y="42"/>
                      <a:pt x="462" y="158"/>
                      <a:pt x="93" y="538"/>
                    </a:cubicBezTo>
                    <a:cubicBezTo>
                      <a:pt x="57" y="574"/>
                      <a:pt x="28" y="571"/>
                      <a:pt x="0" y="528"/>
                    </a:cubicBezTo>
                    <a:cubicBezTo>
                      <a:pt x="0" y="519"/>
                      <a:pt x="0" y="510"/>
                      <a:pt x="0" y="5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8"/>
              <p:cNvSpPr/>
              <p:nvPr/>
            </p:nvSpPr>
            <p:spPr>
              <a:xfrm>
                <a:off x="3240088" y="1990726"/>
                <a:ext cx="5738812" cy="1576388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418" extrusionOk="0">
                    <a:moveTo>
                      <a:pt x="769" y="0"/>
                    </a:moveTo>
                    <a:cubicBezTo>
                      <a:pt x="1046" y="6"/>
                      <a:pt x="1294" y="113"/>
                      <a:pt x="1493" y="328"/>
                    </a:cubicBezTo>
                    <a:cubicBezTo>
                      <a:pt x="1523" y="360"/>
                      <a:pt x="1512" y="404"/>
                      <a:pt x="1473" y="413"/>
                    </a:cubicBezTo>
                    <a:cubicBezTo>
                      <a:pt x="1451" y="418"/>
                      <a:pt x="1435" y="408"/>
                      <a:pt x="1421" y="392"/>
                    </a:cubicBezTo>
                    <a:cubicBezTo>
                      <a:pt x="1372" y="338"/>
                      <a:pt x="1317" y="291"/>
                      <a:pt x="1257" y="251"/>
                    </a:cubicBezTo>
                    <a:cubicBezTo>
                      <a:pt x="890" y="6"/>
                      <a:pt x="403" y="59"/>
                      <a:pt x="98" y="377"/>
                    </a:cubicBezTo>
                    <a:cubicBezTo>
                      <a:pt x="89" y="387"/>
                      <a:pt x="78" y="397"/>
                      <a:pt x="65" y="402"/>
                    </a:cubicBezTo>
                    <a:cubicBezTo>
                      <a:pt x="45" y="409"/>
                      <a:pt x="23" y="399"/>
                      <a:pt x="12" y="381"/>
                    </a:cubicBezTo>
                    <a:cubicBezTo>
                      <a:pt x="0" y="362"/>
                      <a:pt x="1" y="339"/>
                      <a:pt x="19" y="322"/>
                    </a:cubicBezTo>
                    <a:cubicBezTo>
                      <a:pt x="55" y="287"/>
                      <a:pt x="90" y="251"/>
                      <a:pt x="130" y="219"/>
                    </a:cubicBezTo>
                    <a:cubicBezTo>
                      <a:pt x="312" y="75"/>
                      <a:pt x="521" y="3"/>
                      <a:pt x="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8"/>
              <p:cNvSpPr/>
              <p:nvPr/>
            </p:nvSpPr>
            <p:spPr>
              <a:xfrm>
                <a:off x="4318000" y="3717926"/>
                <a:ext cx="3544888" cy="1138238"/>
              </a:xfrm>
              <a:custGeom>
                <a:avLst/>
                <a:gdLst/>
                <a:ahLst/>
                <a:cxnLst/>
                <a:rect l="l" t="t" r="r" b="b"/>
                <a:pathLst>
                  <a:path w="941" h="302" extrusionOk="0">
                    <a:moveTo>
                      <a:pt x="485" y="0"/>
                    </a:moveTo>
                    <a:cubicBezTo>
                      <a:pt x="649" y="3"/>
                      <a:pt x="801" y="72"/>
                      <a:pt x="920" y="211"/>
                    </a:cubicBezTo>
                    <a:cubicBezTo>
                      <a:pt x="941" y="235"/>
                      <a:pt x="941" y="264"/>
                      <a:pt x="919" y="283"/>
                    </a:cubicBezTo>
                    <a:cubicBezTo>
                      <a:pt x="897" y="302"/>
                      <a:pt x="869" y="299"/>
                      <a:pt x="847" y="274"/>
                    </a:cubicBezTo>
                    <a:cubicBezTo>
                      <a:pt x="768" y="181"/>
                      <a:pt x="668" y="122"/>
                      <a:pt x="547" y="104"/>
                    </a:cubicBezTo>
                    <a:cubicBezTo>
                      <a:pt x="374" y="78"/>
                      <a:pt x="227" y="129"/>
                      <a:pt x="105" y="254"/>
                    </a:cubicBezTo>
                    <a:cubicBezTo>
                      <a:pt x="100" y="259"/>
                      <a:pt x="96" y="264"/>
                      <a:pt x="91" y="268"/>
                    </a:cubicBezTo>
                    <a:cubicBezTo>
                      <a:pt x="71" y="288"/>
                      <a:pt x="43" y="290"/>
                      <a:pt x="23" y="272"/>
                    </a:cubicBezTo>
                    <a:cubicBezTo>
                      <a:pt x="3" y="254"/>
                      <a:pt x="0" y="223"/>
                      <a:pt x="21" y="203"/>
                    </a:cubicBezTo>
                    <a:cubicBezTo>
                      <a:pt x="58" y="167"/>
                      <a:pt x="95" y="131"/>
                      <a:pt x="136" y="102"/>
                    </a:cubicBezTo>
                    <a:cubicBezTo>
                      <a:pt x="235" y="33"/>
                      <a:pt x="346" y="1"/>
                      <a:pt x="4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8"/>
              <p:cNvSpPr/>
              <p:nvPr/>
            </p:nvSpPr>
            <p:spPr>
              <a:xfrm>
                <a:off x="5429250" y="5157788"/>
                <a:ext cx="1330325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54" extrusionOk="0">
                    <a:moveTo>
                      <a:pt x="0" y="177"/>
                    </a:moveTo>
                    <a:cubicBezTo>
                      <a:pt x="0" y="79"/>
                      <a:pt x="79" y="0"/>
                      <a:pt x="178" y="0"/>
                    </a:cubicBezTo>
                    <a:cubicBezTo>
                      <a:pt x="275" y="1"/>
                      <a:pt x="353" y="79"/>
                      <a:pt x="353" y="177"/>
                    </a:cubicBezTo>
                    <a:cubicBezTo>
                      <a:pt x="353" y="276"/>
                      <a:pt x="274" y="354"/>
                      <a:pt x="176" y="354"/>
                    </a:cubicBezTo>
                    <a:cubicBezTo>
                      <a:pt x="78" y="353"/>
                      <a:pt x="0" y="275"/>
                      <a:pt x="0" y="177"/>
                    </a:cubicBezTo>
                    <a:close/>
                    <a:moveTo>
                      <a:pt x="97" y="177"/>
                    </a:moveTo>
                    <a:cubicBezTo>
                      <a:pt x="97" y="221"/>
                      <a:pt x="132" y="257"/>
                      <a:pt x="176" y="257"/>
                    </a:cubicBezTo>
                    <a:cubicBezTo>
                      <a:pt x="220" y="258"/>
                      <a:pt x="256" y="222"/>
                      <a:pt x="257" y="178"/>
                    </a:cubicBezTo>
                    <a:cubicBezTo>
                      <a:pt x="257" y="133"/>
                      <a:pt x="221" y="97"/>
                      <a:pt x="176" y="97"/>
                    </a:cubicBezTo>
                    <a:cubicBezTo>
                      <a:pt x="132" y="97"/>
                      <a:pt x="97" y="132"/>
                      <a:pt x="97" y="1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3" name="Google Shape;213;p8"/>
          <p:cNvSpPr txBox="1">
            <a:spLocks noGrp="1"/>
          </p:cNvSpPr>
          <p:nvPr>
            <p:ph type="title"/>
          </p:nvPr>
        </p:nvSpPr>
        <p:spPr>
          <a:xfrm>
            <a:off x="713225" y="1716300"/>
            <a:ext cx="4701600" cy="182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14" name="Google Shape;214;p8"/>
          <p:cNvGrpSpPr/>
          <p:nvPr/>
        </p:nvGrpSpPr>
        <p:grpSpPr>
          <a:xfrm>
            <a:off x="6402875" y="1791175"/>
            <a:ext cx="2027900" cy="2598025"/>
            <a:chOff x="6402875" y="1791175"/>
            <a:chExt cx="2027900" cy="2598025"/>
          </a:xfrm>
        </p:grpSpPr>
        <p:grpSp>
          <p:nvGrpSpPr>
            <p:cNvPr id="215" name="Google Shape;215;p8"/>
            <p:cNvGrpSpPr/>
            <p:nvPr/>
          </p:nvGrpSpPr>
          <p:grpSpPr>
            <a:xfrm flipH="1">
              <a:off x="7482638" y="2514538"/>
              <a:ext cx="879475" cy="1439864"/>
              <a:chOff x="704550" y="2022613"/>
              <a:chExt cx="879475" cy="1439864"/>
            </a:xfrm>
          </p:grpSpPr>
          <p:sp>
            <p:nvSpPr>
              <p:cNvPr id="216" name="Google Shape;216;p8"/>
              <p:cNvSpPr/>
              <p:nvPr/>
            </p:nvSpPr>
            <p:spPr>
              <a:xfrm flipH="1">
                <a:off x="704551" y="2022613"/>
                <a:ext cx="879475" cy="1439864"/>
              </a:xfrm>
              <a:custGeom>
                <a:avLst/>
                <a:gdLst/>
                <a:ahLst/>
                <a:cxnLst/>
                <a:rect l="l" t="t" r="r" b="b"/>
                <a:pathLst>
                  <a:path w="368" h="602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563"/>
                      <a:pt x="0" y="563"/>
                      <a:pt x="0" y="563"/>
                    </a:cubicBezTo>
                    <a:cubicBezTo>
                      <a:pt x="0" y="577"/>
                      <a:pt x="12" y="589"/>
                      <a:pt x="26" y="589"/>
                    </a:cubicBezTo>
                    <a:cubicBezTo>
                      <a:pt x="310" y="589"/>
                      <a:pt x="310" y="589"/>
                      <a:pt x="310" y="589"/>
                    </a:cubicBezTo>
                    <a:cubicBezTo>
                      <a:pt x="310" y="592"/>
                      <a:pt x="313" y="596"/>
                      <a:pt x="315" y="598"/>
                    </a:cubicBezTo>
                    <a:cubicBezTo>
                      <a:pt x="318" y="600"/>
                      <a:pt x="322" y="602"/>
                      <a:pt x="326" y="602"/>
                    </a:cubicBezTo>
                    <a:cubicBezTo>
                      <a:pt x="327" y="602"/>
                      <a:pt x="327" y="602"/>
                      <a:pt x="327" y="602"/>
                    </a:cubicBezTo>
                    <a:cubicBezTo>
                      <a:pt x="328" y="602"/>
                      <a:pt x="328" y="602"/>
                      <a:pt x="328" y="602"/>
                    </a:cubicBezTo>
                    <a:cubicBezTo>
                      <a:pt x="328" y="601"/>
                      <a:pt x="328" y="601"/>
                      <a:pt x="328" y="601"/>
                    </a:cubicBezTo>
                    <a:cubicBezTo>
                      <a:pt x="326" y="597"/>
                      <a:pt x="326" y="593"/>
                      <a:pt x="326" y="589"/>
                    </a:cubicBezTo>
                    <a:cubicBezTo>
                      <a:pt x="342" y="589"/>
                      <a:pt x="342" y="589"/>
                      <a:pt x="342" y="589"/>
                    </a:cubicBezTo>
                    <a:cubicBezTo>
                      <a:pt x="356" y="589"/>
                      <a:pt x="368" y="577"/>
                      <a:pt x="368" y="563"/>
                    </a:cubicBezTo>
                    <a:cubicBezTo>
                      <a:pt x="368" y="25"/>
                      <a:pt x="368" y="25"/>
                      <a:pt x="368" y="25"/>
                    </a:cubicBezTo>
                    <a:cubicBezTo>
                      <a:pt x="368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7" name="Google Shape;217;p8"/>
              <p:cNvGrpSpPr/>
              <p:nvPr/>
            </p:nvGrpSpPr>
            <p:grpSpPr>
              <a:xfrm>
                <a:off x="839488" y="2182413"/>
                <a:ext cx="609600" cy="1117540"/>
                <a:chOff x="7453338" y="715125"/>
                <a:chExt cx="609600" cy="1117540"/>
              </a:xfrm>
            </p:grpSpPr>
            <p:cxnSp>
              <p:nvCxnSpPr>
                <p:cNvPr id="218" name="Google Shape;218;p8"/>
                <p:cNvCxnSpPr/>
                <p:nvPr/>
              </p:nvCxnSpPr>
              <p:spPr>
                <a:xfrm>
                  <a:off x="7453338" y="715125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9" name="Google Shape;219;p8"/>
                <p:cNvCxnSpPr/>
                <p:nvPr/>
              </p:nvCxnSpPr>
              <p:spPr>
                <a:xfrm>
                  <a:off x="7453338" y="81672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0" name="Google Shape;220;p8"/>
                <p:cNvCxnSpPr/>
                <p:nvPr/>
              </p:nvCxnSpPr>
              <p:spPr>
                <a:xfrm>
                  <a:off x="7453338" y="918314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1" name="Google Shape;221;p8"/>
                <p:cNvCxnSpPr/>
                <p:nvPr/>
              </p:nvCxnSpPr>
              <p:spPr>
                <a:xfrm>
                  <a:off x="7453338" y="1019909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2" name="Google Shape;222;p8"/>
                <p:cNvCxnSpPr/>
                <p:nvPr/>
              </p:nvCxnSpPr>
              <p:spPr>
                <a:xfrm>
                  <a:off x="7453338" y="1121503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3" name="Google Shape;223;p8"/>
                <p:cNvCxnSpPr/>
                <p:nvPr/>
              </p:nvCxnSpPr>
              <p:spPr>
                <a:xfrm>
                  <a:off x="7453338" y="1223098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4" name="Google Shape;224;p8"/>
                <p:cNvCxnSpPr/>
                <p:nvPr/>
              </p:nvCxnSpPr>
              <p:spPr>
                <a:xfrm>
                  <a:off x="7453338" y="1324692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5" name="Google Shape;225;p8"/>
                <p:cNvCxnSpPr/>
                <p:nvPr/>
              </p:nvCxnSpPr>
              <p:spPr>
                <a:xfrm>
                  <a:off x="7453338" y="1426287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6" name="Google Shape;226;p8"/>
                <p:cNvCxnSpPr/>
                <p:nvPr/>
              </p:nvCxnSpPr>
              <p:spPr>
                <a:xfrm>
                  <a:off x="7453338" y="1527881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7" name="Google Shape;227;p8"/>
                <p:cNvCxnSpPr/>
                <p:nvPr/>
              </p:nvCxnSpPr>
              <p:spPr>
                <a:xfrm>
                  <a:off x="7453338" y="1629476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8" name="Google Shape;228;p8"/>
                <p:cNvCxnSpPr/>
                <p:nvPr/>
              </p:nvCxnSpPr>
              <p:spPr>
                <a:xfrm>
                  <a:off x="7453338" y="173107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9" name="Google Shape;229;p8"/>
                <p:cNvCxnSpPr/>
                <p:nvPr/>
              </p:nvCxnSpPr>
              <p:spPr>
                <a:xfrm>
                  <a:off x="7453338" y="1832665"/>
                  <a:ext cx="280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30" name="Google Shape;230;p8"/>
            <p:cNvGrpSpPr/>
            <p:nvPr/>
          </p:nvGrpSpPr>
          <p:grpSpPr>
            <a:xfrm flipH="1">
              <a:off x="6402875" y="3070101"/>
              <a:ext cx="877888" cy="469900"/>
              <a:chOff x="6736325" y="4051538"/>
              <a:chExt cx="877888" cy="469900"/>
            </a:xfrm>
          </p:grpSpPr>
          <p:sp>
            <p:nvSpPr>
              <p:cNvPr id="231" name="Google Shape;231;p8"/>
              <p:cNvSpPr/>
              <p:nvPr/>
            </p:nvSpPr>
            <p:spPr>
              <a:xfrm>
                <a:off x="6736325" y="4051538"/>
                <a:ext cx="877888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97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2" y="184"/>
                      <a:pt x="26" y="184"/>
                    </a:cubicBezTo>
                    <a:cubicBezTo>
                      <a:pt x="309" y="184"/>
                      <a:pt x="309" y="184"/>
                      <a:pt x="309" y="184"/>
                    </a:cubicBezTo>
                    <a:cubicBezTo>
                      <a:pt x="310" y="187"/>
                      <a:pt x="312" y="191"/>
                      <a:pt x="315" y="193"/>
                    </a:cubicBezTo>
                    <a:cubicBezTo>
                      <a:pt x="318" y="196"/>
                      <a:pt x="322" y="197"/>
                      <a:pt x="326" y="197"/>
                    </a:cubicBezTo>
                    <a:cubicBezTo>
                      <a:pt x="326" y="197"/>
                      <a:pt x="327" y="197"/>
                      <a:pt x="327" y="197"/>
                    </a:cubicBezTo>
                    <a:cubicBezTo>
                      <a:pt x="328" y="197"/>
                      <a:pt x="328" y="197"/>
                      <a:pt x="328" y="197"/>
                    </a:cubicBezTo>
                    <a:cubicBezTo>
                      <a:pt x="328" y="196"/>
                      <a:pt x="328" y="196"/>
                      <a:pt x="328" y="196"/>
                    </a:cubicBezTo>
                    <a:cubicBezTo>
                      <a:pt x="326" y="192"/>
                      <a:pt x="325" y="188"/>
                      <a:pt x="326" y="184"/>
                    </a:cubicBezTo>
                    <a:cubicBezTo>
                      <a:pt x="342" y="184"/>
                      <a:pt x="342" y="184"/>
                      <a:pt x="342" y="184"/>
                    </a:cubicBezTo>
                    <a:cubicBezTo>
                      <a:pt x="356" y="184"/>
                      <a:pt x="367" y="172"/>
                      <a:pt x="367" y="158"/>
                    </a:cubicBezTo>
                    <a:cubicBezTo>
                      <a:pt x="367" y="25"/>
                      <a:pt x="367" y="25"/>
                      <a:pt x="367" y="25"/>
                    </a:cubicBezTo>
                    <a:cubicBezTo>
                      <a:pt x="367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" name="Google Shape;232;p8"/>
              <p:cNvGrpSpPr/>
              <p:nvPr/>
            </p:nvGrpSpPr>
            <p:grpSpPr>
              <a:xfrm>
                <a:off x="6844621" y="4166350"/>
                <a:ext cx="667073" cy="204775"/>
                <a:chOff x="5848350" y="2788450"/>
                <a:chExt cx="1285800" cy="204775"/>
              </a:xfrm>
            </p:grpSpPr>
            <p:cxnSp>
              <p:nvCxnSpPr>
                <p:cNvPr id="233" name="Google Shape;233;p8"/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4" name="Google Shape;234;p8"/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5" name="Google Shape;235;p8"/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36" name="Google Shape;236;p8"/>
            <p:cNvGrpSpPr/>
            <p:nvPr/>
          </p:nvGrpSpPr>
          <p:grpSpPr>
            <a:xfrm flipH="1">
              <a:off x="6402875" y="4070600"/>
              <a:ext cx="1544651" cy="318600"/>
              <a:chOff x="6043400" y="3591300"/>
              <a:chExt cx="1544651" cy="318600"/>
            </a:xfrm>
          </p:grpSpPr>
          <p:sp>
            <p:nvSpPr>
              <p:cNvPr id="237" name="Google Shape;237;p8"/>
              <p:cNvSpPr/>
              <p:nvPr/>
            </p:nvSpPr>
            <p:spPr>
              <a:xfrm>
                <a:off x="6043400" y="3591300"/>
                <a:ext cx="1544651" cy="31860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104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1"/>
                      <a:pt x="0" y="25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80"/>
                      <a:pt x="12" y="91"/>
                      <a:pt x="26" y="91"/>
                    </a:cubicBezTo>
                    <a:cubicBezTo>
                      <a:pt x="588" y="91"/>
                      <a:pt x="588" y="91"/>
                      <a:pt x="588" y="91"/>
                    </a:cubicBezTo>
                    <a:cubicBezTo>
                      <a:pt x="589" y="95"/>
                      <a:pt x="591" y="98"/>
                      <a:pt x="594" y="100"/>
                    </a:cubicBezTo>
                    <a:cubicBezTo>
                      <a:pt x="597" y="103"/>
                      <a:pt x="601" y="104"/>
                      <a:pt x="604" y="104"/>
                    </a:cubicBezTo>
                    <a:cubicBezTo>
                      <a:pt x="605" y="104"/>
                      <a:pt x="605" y="104"/>
                      <a:pt x="606" y="104"/>
                    </a:cubicBezTo>
                    <a:cubicBezTo>
                      <a:pt x="606" y="104"/>
                      <a:pt x="606" y="104"/>
                      <a:pt x="606" y="104"/>
                    </a:cubicBezTo>
                    <a:cubicBezTo>
                      <a:pt x="606" y="103"/>
                      <a:pt x="606" y="103"/>
                      <a:pt x="606" y="103"/>
                    </a:cubicBezTo>
                    <a:cubicBezTo>
                      <a:pt x="604" y="99"/>
                      <a:pt x="604" y="95"/>
                      <a:pt x="604" y="91"/>
                    </a:cubicBezTo>
                    <a:cubicBezTo>
                      <a:pt x="620" y="91"/>
                      <a:pt x="620" y="91"/>
                      <a:pt x="620" y="91"/>
                    </a:cubicBezTo>
                    <a:cubicBezTo>
                      <a:pt x="634" y="91"/>
                      <a:pt x="646" y="80"/>
                      <a:pt x="646" y="66"/>
                    </a:cubicBezTo>
                    <a:cubicBezTo>
                      <a:pt x="646" y="25"/>
                      <a:pt x="646" y="25"/>
                      <a:pt x="646" y="25"/>
                    </a:cubicBezTo>
                    <a:cubicBezTo>
                      <a:pt x="646" y="11"/>
                      <a:pt x="634" y="0"/>
                      <a:pt x="620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8" name="Google Shape;238;p8"/>
              <p:cNvGrpSpPr/>
              <p:nvPr/>
            </p:nvGrpSpPr>
            <p:grpSpPr>
              <a:xfrm>
                <a:off x="6141952" y="3680050"/>
                <a:ext cx="1369506" cy="102388"/>
                <a:chOff x="5848350" y="2788450"/>
                <a:chExt cx="1285800" cy="102388"/>
              </a:xfrm>
            </p:grpSpPr>
            <p:cxnSp>
              <p:nvCxnSpPr>
                <p:cNvPr id="239" name="Google Shape;239;p8"/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0" name="Google Shape;240;p8"/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41" name="Google Shape;241;p8"/>
            <p:cNvGrpSpPr/>
            <p:nvPr/>
          </p:nvGrpSpPr>
          <p:grpSpPr>
            <a:xfrm flipH="1">
              <a:off x="6886138" y="1791175"/>
              <a:ext cx="1544638" cy="528638"/>
              <a:chOff x="5728088" y="2646488"/>
              <a:chExt cx="1544638" cy="528638"/>
            </a:xfrm>
          </p:grpSpPr>
          <p:sp>
            <p:nvSpPr>
              <p:cNvPr id="242" name="Google Shape;242;p8"/>
              <p:cNvSpPr/>
              <p:nvPr/>
            </p:nvSpPr>
            <p:spPr>
              <a:xfrm flipH="1">
                <a:off x="5728088" y="2646488"/>
                <a:ext cx="1544638" cy="528638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21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97"/>
                      <a:pt x="12" y="208"/>
                      <a:pt x="26" y="208"/>
                    </a:cubicBezTo>
                    <a:cubicBezTo>
                      <a:pt x="588" y="208"/>
                      <a:pt x="588" y="208"/>
                      <a:pt x="588" y="208"/>
                    </a:cubicBezTo>
                    <a:cubicBezTo>
                      <a:pt x="589" y="212"/>
                      <a:pt x="591" y="215"/>
                      <a:pt x="594" y="218"/>
                    </a:cubicBezTo>
                    <a:cubicBezTo>
                      <a:pt x="597" y="220"/>
                      <a:pt x="601" y="221"/>
                      <a:pt x="604" y="221"/>
                    </a:cubicBezTo>
                    <a:cubicBezTo>
                      <a:pt x="605" y="221"/>
                      <a:pt x="605" y="221"/>
                      <a:pt x="606" y="221"/>
                    </a:cubicBezTo>
                    <a:cubicBezTo>
                      <a:pt x="606" y="221"/>
                      <a:pt x="606" y="221"/>
                      <a:pt x="606" y="221"/>
                    </a:cubicBezTo>
                    <a:cubicBezTo>
                      <a:pt x="606" y="220"/>
                      <a:pt x="606" y="220"/>
                      <a:pt x="606" y="220"/>
                    </a:cubicBezTo>
                    <a:cubicBezTo>
                      <a:pt x="604" y="217"/>
                      <a:pt x="604" y="212"/>
                      <a:pt x="604" y="208"/>
                    </a:cubicBezTo>
                    <a:cubicBezTo>
                      <a:pt x="620" y="208"/>
                      <a:pt x="620" y="208"/>
                      <a:pt x="620" y="208"/>
                    </a:cubicBezTo>
                    <a:cubicBezTo>
                      <a:pt x="634" y="208"/>
                      <a:pt x="646" y="197"/>
                      <a:pt x="646" y="183"/>
                    </a:cubicBezTo>
                    <a:cubicBezTo>
                      <a:pt x="646" y="26"/>
                      <a:pt x="646" y="26"/>
                      <a:pt x="646" y="26"/>
                    </a:cubicBezTo>
                    <a:cubicBezTo>
                      <a:pt x="646" y="12"/>
                      <a:pt x="634" y="0"/>
                      <a:pt x="620" y="0"/>
                    </a:cubicBez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3" name="Google Shape;243;p8"/>
              <p:cNvGrpSpPr/>
              <p:nvPr/>
            </p:nvGrpSpPr>
            <p:grpSpPr>
              <a:xfrm>
                <a:off x="5857513" y="2784594"/>
                <a:ext cx="1285800" cy="204775"/>
                <a:chOff x="5848350" y="2788450"/>
                <a:chExt cx="1285800" cy="204775"/>
              </a:xfrm>
            </p:grpSpPr>
            <p:cxnSp>
              <p:nvCxnSpPr>
                <p:cNvPr id="244" name="Google Shape;244;p8"/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5" name="Google Shape;245;p8"/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6" name="Google Shape;246;p8"/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cxnSp>
        <p:nvCxnSpPr>
          <p:cNvPr id="247" name="Google Shape;247;p8"/>
          <p:cNvCxnSpPr/>
          <p:nvPr/>
        </p:nvCxnSpPr>
        <p:spPr>
          <a:xfrm>
            <a:off x="709875" y="1725275"/>
            <a:ext cx="4708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8"/>
          <p:cNvCxnSpPr/>
          <p:nvPr/>
        </p:nvCxnSpPr>
        <p:spPr>
          <a:xfrm>
            <a:off x="709875" y="3540000"/>
            <a:ext cx="4708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9"/>
          <p:cNvGrpSpPr/>
          <p:nvPr/>
        </p:nvGrpSpPr>
        <p:grpSpPr>
          <a:xfrm>
            <a:off x="326250" y="4505375"/>
            <a:ext cx="8491500" cy="318625"/>
            <a:chOff x="326250" y="4505375"/>
            <a:chExt cx="8491500" cy="318625"/>
          </a:xfrm>
        </p:grpSpPr>
        <p:sp>
          <p:nvSpPr>
            <p:cNvPr id="251" name="Google Shape;251;p9"/>
            <p:cNvSpPr/>
            <p:nvPr/>
          </p:nvSpPr>
          <p:spPr>
            <a:xfrm>
              <a:off x="326250" y="4505400"/>
              <a:ext cx="8491500" cy="318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52" name="Google Shape;252;p9"/>
            <p:cNvGrpSpPr/>
            <p:nvPr/>
          </p:nvGrpSpPr>
          <p:grpSpPr>
            <a:xfrm>
              <a:off x="8361877" y="4505375"/>
              <a:ext cx="455613" cy="318598"/>
              <a:chOff x="8362100" y="4505388"/>
              <a:chExt cx="455613" cy="315913"/>
            </a:xfrm>
          </p:grpSpPr>
          <p:sp>
            <p:nvSpPr>
              <p:cNvPr id="253" name="Google Shape;253;p9"/>
              <p:cNvSpPr/>
              <p:nvPr/>
            </p:nvSpPr>
            <p:spPr>
              <a:xfrm>
                <a:off x="8362100" y="4505388"/>
                <a:ext cx="455613" cy="315913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32" extrusionOk="0">
                    <a:moveTo>
                      <a:pt x="0" y="132"/>
                    </a:moveTo>
                    <a:cubicBezTo>
                      <a:pt x="124" y="132"/>
                      <a:pt x="124" y="132"/>
                      <a:pt x="124" y="132"/>
                    </a:cubicBezTo>
                    <a:cubicBezTo>
                      <a:pt x="160" y="132"/>
                      <a:pt x="190" y="102"/>
                      <a:pt x="190" y="66"/>
                    </a:cubicBezTo>
                    <a:cubicBezTo>
                      <a:pt x="190" y="29"/>
                      <a:pt x="160" y="0"/>
                      <a:pt x="12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4" name="Google Shape;254;p9"/>
              <p:cNvGrpSpPr/>
              <p:nvPr/>
            </p:nvGrpSpPr>
            <p:grpSpPr>
              <a:xfrm>
                <a:off x="8477349" y="4595021"/>
                <a:ext cx="161419" cy="156795"/>
                <a:chOff x="10138900" y="2314588"/>
                <a:chExt cx="165101" cy="160338"/>
              </a:xfrm>
            </p:grpSpPr>
            <p:sp>
              <p:nvSpPr>
                <p:cNvPr id="255" name="Google Shape;255;p9"/>
                <p:cNvSpPr/>
                <p:nvPr/>
              </p:nvSpPr>
              <p:spPr>
                <a:xfrm>
                  <a:off x="10138900" y="2314588"/>
                  <a:ext cx="165100" cy="160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67" extrusionOk="0">
                      <a:moveTo>
                        <a:pt x="41" y="67"/>
                      </a:moveTo>
                      <a:cubicBezTo>
                        <a:pt x="41" y="67"/>
                        <a:pt x="41" y="67"/>
                        <a:pt x="41" y="67"/>
                      </a:cubicBezTo>
                      <a:cubicBezTo>
                        <a:pt x="40" y="67"/>
                        <a:pt x="40" y="67"/>
                        <a:pt x="40" y="66"/>
                      </a:cubicBezTo>
                      <a:cubicBezTo>
                        <a:pt x="33" y="34"/>
                        <a:pt x="33" y="34"/>
                        <a:pt x="33" y="34"/>
                      </a:cubicBezTo>
                      <a:cubicBezTo>
                        <a:pt x="1" y="25"/>
                        <a:pt x="1" y="25"/>
                        <a:pt x="1" y="25"/>
                      </a:cubicBezTo>
                      <a:cubicBezTo>
                        <a:pt x="0" y="25"/>
                        <a:pt x="0" y="25"/>
                        <a:pt x="0" y="24"/>
                      </a:cubicBezTo>
                      <a:cubicBezTo>
                        <a:pt x="0" y="24"/>
                        <a:pt x="0" y="23"/>
                        <a:pt x="1" y="23"/>
                      </a:cubicBezTo>
                      <a:cubicBezTo>
                        <a:pt x="68" y="0"/>
                        <a:pt x="68" y="0"/>
                        <a:pt x="68" y="0"/>
                      </a:cubicBezTo>
                      <a:cubicBezTo>
                        <a:pt x="68" y="0"/>
                        <a:pt x="69" y="0"/>
                        <a:pt x="69" y="0"/>
                      </a:cubicBezTo>
                      <a:cubicBezTo>
                        <a:pt x="69" y="1"/>
                        <a:pt x="69" y="1"/>
                        <a:pt x="69" y="2"/>
                      </a:cubicBezTo>
                      <a:cubicBezTo>
                        <a:pt x="42" y="67"/>
                        <a:pt x="42" y="67"/>
                        <a:pt x="42" y="67"/>
                      </a:cubicBezTo>
                      <a:cubicBezTo>
                        <a:pt x="42" y="67"/>
                        <a:pt x="41" y="67"/>
                        <a:pt x="41" y="67"/>
                      </a:cubicBezTo>
                      <a:close/>
                      <a:moveTo>
                        <a:pt x="5" y="24"/>
                      </a:moveTo>
                      <a:cubicBezTo>
                        <a:pt x="34" y="32"/>
                        <a:pt x="34" y="32"/>
                        <a:pt x="34" y="32"/>
                      </a:cubicBezTo>
                      <a:cubicBezTo>
                        <a:pt x="35" y="32"/>
                        <a:pt x="35" y="32"/>
                        <a:pt x="35" y="33"/>
                      </a:cubicBezTo>
                      <a:cubicBezTo>
                        <a:pt x="41" y="62"/>
                        <a:pt x="41" y="62"/>
                        <a:pt x="41" y="62"/>
                      </a:cubicBezTo>
                      <a:cubicBezTo>
                        <a:pt x="66" y="3"/>
                        <a:pt x="66" y="3"/>
                        <a:pt x="66" y="3"/>
                      </a:cubicBezTo>
                      <a:lnTo>
                        <a:pt x="5" y="2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" name="Google Shape;256;p9"/>
                <p:cNvSpPr/>
                <p:nvPr/>
              </p:nvSpPr>
              <p:spPr>
                <a:xfrm>
                  <a:off x="10216688" y="2314588"/>
                  <a:ext cx="87313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" h="51" extrusionOk="0">
                      <a:moveTo>
                        <a:pt x="3" y="51"/>
                      </a:moveTo>
                      <a:lnTo>
                        <a:pt x="0" y="48"/>
                      </a:lnTo>
                      <a:lnTo>
                        <a:pt x="52" y="0"/>
                      </a:lnTo>
                      <a:lnTo>
                        <a:pt x="55" y="3"/>
                      </a:lnTo>
                      <a:lnTo>
                        <a:pt x="3" y="5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57" name="Google Shape;257;p9"/>
          <p:cNvSpPr txBox="1">
            <a:spLocks noGrp="1"/>
          </p:cNvSpPr>
          <p:nvPr>
            <p:ph type="title"/>
          </p:nvPr>
        </p:nvSpPr>
        <p:spPr>
          <a:xfrm>
            <a:off x="3872900" y="1734275"/>
            <a:ext cx="4557900" cy="15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9"/>
          <p:cNvSpPr txBox="1">
            <a:spLocks noGrp="1"/>
          </p:cNvSpPr>
          <p:nvPr>
            <p:ph type="subTitle" idx="1"/>
          </p:nvPr>
        </p:nvSpPr>
        <p:spPr>
          <a:xfrm>
            <a:off x="3872900" y="3241711"/>
            <a:ext cx="4557900" cy="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59" name="Google Shape;259;p9"/>
          <p:cNvGrpSpPr/>
          <p:nvPr/>
        </p:nvGrpSpPr>
        <p:grpSpPr>
          <a:xfrm>
            <a:off x="7661600" y="228100"/>
            <a:ext cx="1156134" cy="311400"/>
            <a:chOff x="7661600" y="228100"/>
            <a:chExt cx="1156134" cy="311400"/>
          </a:xfrm>
        </p:grpSpPr>
        <p:sp>
          <p:nvSpPr>
            <p:cNvPr id="260" name="Google Shape;260;p9"/>
            <p:cNvSpPr/>
            <p:nvPr/>
          </p:nvSpPr>
          <p:spPr>
            <a:xfrm>
              <a:off x="7661600" y="228100"/>
              <a:ext cx="303300" cy="311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1" name="Google Shape;261;p9"/>
            <p:cNvSpPr/>
            <p:nvPr/>
          </p:nvSpPr>
          <p:spPr>
            <a:xfrm>
              <a:off x="8088017" y="228100"/>
              <a:ext cx="303300" cy="311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8514434" y="228100"/>
              <a:ext cx="303300" cy="311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3" name="Google Shape;263;p9"/>
            <p:cNvSpPr/>
            <p:nvPr/>
          </p:nvSpPr>
          <p:spPr>
            <a:xfrm>
              <a:off x="8137217" y="281350"/>
              <a:ext cx="204900" cy="2049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8581334" y="299200"/>
              <a:ext cx="169500" cy="169200"/>
            </a:xfrm>
            <a:prstGeom prst="flowChartMagneticTap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65" name="Google Shape;265;p9"/>
            <p:cNvGrpSpPr/>
            <p:nvPr/>
          </p:nvGrpSpPr>
          <p:grpSpPr>
            <a:xfrm>
              <a:off x="7717068" y="305376"/>
              <a:ext cx="192347" cy="156850"/>
              <a:chOff x="2244725" y="192088"/>
              <a:chExt cx="7724774" cy="6299200"/>
            </a:xfrm>
          </p:grpSpPr>
          <p:sp>
            <p:nvSpPr>
              <p:cNvPr id="266" name="Google Shape;266;p9"/>
              <p:cNvSpPr/>
              <p:nvPr/>
            </p:nvSpPr>
            <p:spPr>
              <a:xfrm>
                <a:off x="2244725" y="192088"/>
                <a:ext cx="7724774" cy="2182813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579" extrusionOk="0">
                    <a:moveTo>
                      <a:pt x="0" y="500"/>
                    </a:moveTo>
                    <a:cubicBezTo>
                      <a:pt x="41" y="459"/>
                      <a:pt x="81" y="414"/>
                      <a:pt x="125" y="376"/>
                    </a:cubicBezTo>
                    <a:cubicBezTo>
                      <a:pt x="310" y="216"/>
                      <a:pt x="524" y="112"/>
                      <a:pt x="765" y="71"/>
                    </a:cubicBezTo>
                    <a:cubicBezTo>
                      <a:pt x="1179" y="0"/>
                      <a:pt x="1553" y="95"/>
                      <a:pt x="1883" y="355"/>
                    </a:cubicBezTo>
                    <a:cubicBezTo>
                      <a:pt x="1934" y="395"/>
                      <a:pt x="1980" y="442"/>
                      <a:pt x="2026" y="487"/>
                    </a:cubicBezTo>
                    <a:cubicBezTo>
                      <a:pt x="2050" y="510"/>
                      <a:pt x="2049" y="540"/>
                      <a:pt x="2028" y="560"/>
                    </a:cubicBezTo>
                    <a:cubicBezTo>
                      <a:pt x="2007" y="579"/>
                      <a:pt x="1979" y="576"/>
                      <a:pt x="1956" y="553"/>
                    </a:cubicBezTo>
                    <a:cubicBezTo>
                      <a:pt x="1953" y="550"/>
                      <a:pt x="1950" y="547"/>
                      <a:pt x="1948" y="544"/>
                    </a:cubicBezTo>
                    <a:cubicBezTo>
                      <a:pt x="1820" y="410"/>
                      <a:pt x="1670" y="307"/>
                      <a:pt x="1497" y="238"/>
                    </a:cubicBezTo>
                    <a:cubicBezTo>
                      <a:pt x="1007" y="42"/>
                      <a:pt x="462" y="158"/>
                      <a:pt x="93" y="538"/>
                    </a:cubicBezTo>
                    <a:cubicBezTo>
                      <a:pt x="57" y="574"/>
                      <a:pt x="28" y="571"/>
                      <a:pt x="0" y="528"/>
                    </a:cubicBezTo>
                    <a:cubicBezTo>
                      <a:pt x="0" y="519"/>
                      <a:pt x="0" y="510"/>
                      <a:pt x="0" y="5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9"/>
              <p:cNvSpPr/>
              <p:nvPr/>
            </p:nvSpPr>
            <p:spPr>
              <a:xfrm>
                <a:off x="3240088" y="1990726"/>
                <a:ext cx="5738812" cy="1576388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418" extrusionOk="0">
                    <a:moveTo>
                      <a:pt x="769" y="0"/>
                    </a:moveTo>
                    <a:cubicBezTo>
                      <a:pt x="1046" y="6"/>
                      <a:pt x="1294" y="113"/>
                      <a:pt x="1493" y="328"/>
                    </a:cubicBezTo>
                    <a:cubicBezTo>
                      <a:pt x="1523" y="360"/>
                      <a:pt x="1512" y="404"/>
                      <a:pt x="1473" y="413"/>
                    </a:cubicBezTo>
                    <a:cubicBezTo>
                      <a:pt x="1451" y="418"/>
                      <a:pt x="1435" y="408"/>
                      <a:pt x="1421" y="392"/>
                    </a:cubicBezTo>
                    <a:cubicBezTo>
                      <a:pt x="1372" y="338"/>
                      <a:pt x="1317" y="291"/>
                      <a:pt x="1257" y="251"/>
                    </a:cubicBezTo>
                    <a:cubicBezTo>
                      <a:pt x="890" y="6"/>
                      <a:pt x="403" y="59"/>
                      <a:pt x="98" y="377"/>
                    </a:cubicBezTo>
                    <a:cubicBezTo>
                      <a:pt x="89" y="387"/>
                      <a:pt x="78" y="397"/>
                      <a:pt x="65" y="402"/>
                    </a:cubicBezTo>
                    <a:cubicBezTo>
                      <a:pt x="45" y="409"/>
                      <a:pt x="23" y="399"/>
                      <a:pt x="12" y="381"/>
                    </a:cubicBezTo>
                    <a:cubicBezTo>
                      <a:pt x="0" y="362"/>
                      <a:pt x="1" y="339"/>
                      <a:pt x="19" y="322"/>
                    </a:cubicBezTo>
                    <a:cubicBezTo>
                      <a:pt x="55" y="287"/>
                      <a:pt x="90" y="251"/>
                      <a:pt x="130" y="219"/>
                    </a:cubicBezTo>
                    <a:cubicBezTo>
                      <a:pt x="312" y="75"/>
                      <a:pt x="521" y="3"/>
                      <a:pt x="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9"/>
              <p:cNvSpPr/>
              <p:nvPr/>
            </p:nvSpPr>
            <p:spPr>
              <a:xfrm>
                <a:off x="4318000" y="3717926"/>
                <a:ext cx="3544888" cy="1138238"/>
              </a:xfrm>
              <a:custGeom>
                <a:avLst/>
                <a:gdLst/>
                <a:ahLst/>
                <a:cxnLst/>
                <a:rect l="l" t="t" r="r" b="b"/>
                <a:pathLst>
                  <a:path w="941" h="302" extrusionOk="0">
                    <a:moveTo>
                      <a:pt x="485" y="0"/>
                    </a:moveTo>
                    <a:cubicBezTo>
                      <a:pt x="649" y="3"/>
                      <a:pt x="801" y="72"/>
                      <a:pt x="920" y="211"/>
                    </a:cubicBezTo>
                    <a:cubicBezTo>
                      <a:pt x="941" y="235"/>
                      <a:pt x="941" y="264"/>
                      <a:pt x="919" y="283"/>
                    </a:cubicBezTo>
                    <a:cubicBezTo>
                      <a:pt x="897" y="302"/>
                      <a:pt x="869" y="299"/>
                      <a:pt x="847" y="274"/>
                    </a:cubicBezTo>
                    <a:cubicBezTo>
                      <a:pt x="768" y="181"/>
                      <a:pt x="668" y="122"/>
                      <a:pt x="547" y="104"/>
                    </a:cubicBezTo>
                    <a:cubicBezTo>
                      <a:pt x="374" y="78"/>
                      <a:pt x="227" y="129"/>
                      <a:pt x="105" y="254"/>
                    </a:cubicBezTo>
                    <a:cubicBezTo>
                      <a:pt x="100" y="259"/>
                      <a:pt x="96" y="264"/>
                      <a:pt x="91" y="268"/>
                    </a:cubicBezTo>
                    <a:cubicBezTo>
                      <a:pt x="71" y="288"/>
                      <a:pt x="43" y="290"/>
                      <a:pt x="23" y="272"/>
                    </a:cubicBezTo>
                    <a:cubicBezTo>
                      <a:pt x="3" y="254"/>
                      <a:pt x="0" y="223"/>
                      <a:pt x="21" y="203"/>
                    </a:cubicBezTo>
                    <a:cubicBezTo>
                      <a:pt x="58" y="167"/>
                      <a:pt x="95" y="131"/>
                      <a:pt x="136" y="102"/>
                    </a:cubicBezTo>
                    <a:cubicBezTo>
                      <a:pt x="235" y="33"/>
                      <a:pt x="346" y="1"/>
                      <a:pt x="4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9"/>
              <p:cNvSpPr/>
              <p:nvPr/>
            </p:nvSpPr>
            <p:spPr>
              <a:xfrm>
                <a:off x="5429250" y="5157788"/>
                <a:ext cx="1330325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54" extrusionOk="0">
                    <a:moveTo>
                      <a:pt x="0" y="177"/>
                    </a:moveTo>
                    <a:cubicBezTo>
                      <a:pt x="0" y="79"/>
                      <a:pt x="79" y="0"/>
                      <a:pt x="178" y="0"/>
                    </a:cubicBezTo>
                    <a:cubicBezTo>
                      <a:pt x="275" y="1"/>
                      <a:pt x="353" y="79"/>
                      <a:pt x="353" y="177"/>
                    </a:cubicBezTo>
                    <a:cubicBezTo>
                      <a:pt x="353" y="276"/>
                      <a:pt x="274" y="354"/>
                      <a:pt x="176" y="354"/>
                    </a:cubicBezTo>
                    <a:cubicBezTo>
                      <a:pt x="78" y="353"/>
                      <a:pt x="0" y="275"/>
                      <a:pt x="0" y="177"/>
                    </a:cubicBezTo>
                    <a:close/>
                    <a:moveTo>
                      <a:pt x="97" y="177"/>
                    </a:moveTo>
                    <a:cubicBezTo>
                      <a:pt x="97" y="221"/>
                      <a:pt x="132" y="257"/>
                      <a:pt x="176" y="257"/>
                    </a:cubicBezTo>
                    <a:cubicBezTo>
                      <a:pt x="220" y="258"/>
                      <a:pt x="256" y="222"/>
                      <a:pt x="257" y="178"/>
                    </a:cubicBezTo>
                    <a:cubicBezTo>
                      <a:pt x="257" y="133"/>
                      <a:pt x="221" y="97"/>
                      <a:pt x="176" y="97"/>
                    </a:cubicBezTo>
                    <a:cubicBezTo>
                      <a:pt x="132" y="97"/>
                      <a:pt x="97" y="132"/>
                      <a:pt x="97" y="1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70" name="Google Shape;270;p9"/>
          <p:cNvCxnSpPr/>
          <p:nvPr/>
        </p:nvCxnSpPr>
        <p:spPr>
          <a:xfrm>
            <a:off x="3860450" y="1752225"/>
            <a:ext cx="4582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" name="Google Shape;271;p9"/>
          <p:cNvCxnSpPr/>
          <p:nvPr/>
        </p:nvCxnSpPr>
        <p:spPr>
          <a:xfrm>
            <a:off x="3860450" y="3225900"/>
            <a:ext cx="4582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2" name="Google Shape;272;p9"/>
          <p:cNvGrpSpPr/>
          <p:nvPr/>
        </p:nvGrpSpPr>
        <p:grpSpPr>
          <a:xfrm>
            <a:off x="569876" y="519838"/>
            <a:ext cx="1904537" cy="3936350"/>
            <a:chOff x="704550" y="486238"/>
            <a:chExt cx="1904537" cy="3936350"/>
          </a:xfrm>
        </p:grpSpPr>
        <p:grpSp>
          <p:nvGrpSpPr>
            <p:cNvPr id="273" name="Google Shape;273;p9"/>
            <p:cNvGrpSpPr/>
            <p:nvPr/>
          </p:nvGrpSpPr>
          <p:grpSpPr>
            <a:xfrm>
              <a:off x="1731200" y="3952688"/>
              <a:ext cx="877888" cy="469900"/>
              <a:chOff x="6736325" y="4051538"/>
              <a:chExt cx="877888" cy="469900"/>
            </a:xfrm>
          </p:grpSpPr>
          <p:sp>
            <p:nvSpPr>
              <p:cNvPr id="274" name="Google Shape;274;p9"/>
              <p:cNvSpPr/>
              <p:nvPr/>
            </p:nvSpPr>
            <p:spPr>
              <a:xfrm>
                <a:off x="6736325" y="4051538"/>
                <a:ext cx="877888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97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2" y="184"/>
                      <a:pt x="26" y="184"/>
                    </a:cubicBezTo>
                    <a:cubicBezTo>
                      <a:pt x="309" y="184"/>
                      <a:pt x="309" y="184"/>
                      <a:pt x="309" y="184"/>
                    </a:cubicBezTo>
                    <a:cubicBezTo>
                      <a:pt x="310" y="187"/>
                      <a:pt x="312" y="191"/>
                      <a:pt x="315" y="193"/>
                    </a:cubicBezTo>
                    <a:cubicBezTo>
                      <a:pt x="318" y="196"/>
                      <a:pt x="322" y="197"/>
                      <a:pt x="326" y="197"/>
                    </a:cubicBezTo>
                    <a:cubicBezTo>
                      <a:pt x="326" y="197"/>
                      <a:pt x="327" y="197"/>
                      <a:pt x="327" y="197"/>
                    </a:cubicBezTo>
                    <a:cubicBezTo>
                      <a:pt x="328" y="197"/>
                      <a:pt x="328" y="197"/>
                      <a:pt x="328" y="197"/>
                    </a:cubicBezTo>
                    <a:cubicBezTo>
                      <a:pt x="328" y="196"/>
                      <a:pt x="328" y="196"/>
                      <a:pt x="328" y="196"/>
                    </a:cubicBezTo>
                    <a:cubicBezTo>
                      <a:pt x="326" y="192"/>
                      <a:pt x="325" y="188"/>
                      <a:pt x="326" y="184"/>
                    </a:cubicBezTo>
                    <a:cubicBezTo>
                      <a:pt x="342" y="184"/>
                      <a:pt x="342" y="184"/>
                      <a:pt x="342" y="184"/>
                    </a:cubicBezTo>
                    <a:cubicBezTo>
                      <a:pt x="356" y="184"/>
                      <a:pt x="367" y="172"/>
                      <a:pt x="367" y="158"/>
                    </a:cubicBezTo>
                    <a:cubicBezTo>
                      <a:pt x="367" y="25"/>
                      <a:pt x="367" y="25"/>
                      <a:pt x="367" y="25"/>
                    </a:cubicBezTo>
                    <a:cubicBezTo>
                      <a:pt x="367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5" name="Google Shape;275;p9"/>
              <p:cNvGrpSpPr/>
              <p:nvPr/>
            </p:nvGrpSpPr>
            <p:grpSpPr>
              <a:xfrm>
                <a:off x="6844621" y="4166350"/>
                <a:ext cx="667073" cy="204775"/>
                <a:chOff x="5848350" y="2788450"/>
                <a:chExt cx="1285800" cy="204775"/>
              </a:xfrm>
            </p:grpSpPr>
            <p:cxnSp>
              <p:nvCxnSpPr>
                <p:cNvPr id="276" name="Google Shape;276;p9"/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7" name="Google Shape;277;p9"/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8" name="Google Shape;278;p9"/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79" name="Google Shape;279;p9"/>
            <p:cNvGrpSpPr/>
            <p:nvPr/>
          </p:nvGrpSpPr>
          <p:grpSpPr>
            <a:xfrm>
              <a:off x="704551" y="2790588"/>
              <a:ext cx="879475" cy="1439864"/>
              <a:chOff x="704550" y="2022613"/>
              <a:chExt cx="879475" cy="1439864"/>
            </a:xfrm>
          </p:grpSpPr>
          <p:sp>
            <p:nvSpPr>
              <p:cNvPr id="280" name="Google Shape;280;p9"/>
              <p:cNvSpPr/>
              <p:nvPr/>
            </p:nvSpPr>
            <p:spPr>
              <a:xfrm flipH="1">
                <a:off x="704551" y="2022613"/>
                <a:ext cx="879475" cy="1439864"/>
              </a:xfrm>
              <a:custGeom>
                <a:avLst/>
                <a:gdLst/>
                <a:ahLst/>
                <a:cxnLst/>
                <a:rect l="l" t="t" r="r" b="b"/>
                <a:pathLst>
                  <a:path w="368" h="602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563"/>
                      <a:pt x="0" y="563"/>
                      <a:pt x="0" y="563"/>
                    </a:cubicBezTo>
                    <a:cubicBezTo>
                      <a:pt x="0" y="577"/>
                      <a:pt x="12" y="589"/>
                      <a:pt x="26" y="589"/>
                    </a:cubicBezTo>
                    <a:cubicBezTo>
                      <a:pt x="310" y="589"/>
                      <a:pt x="310" y="589"/>
                      <a:pt x="310" y="589"/>
                    </a:cubicBezTo>
                    <a:cubicBezTo>
                      <a:pt x="310" y="592"/>
                      <a:pt x="313" y="596"/>
                      <a:pt x="315" y="598"/>
                    </a:cubicBezTo>
                    <a:cubicBezTo>
                      <a:pt x="318" y="600"/>
                      <a:pt x="322" y="602"/>
                      <a:pt x="326" y="602"/>
                    </a:cubicBezTo>
                    <a:cubicBezTo>
                      <a:pt x="327" y="602"/>
                      <a:pt x="327" y="602"/>
                      <a:pt x="327" y="602"/>
                    </a:cubicBezTo>
                    <a:cubicBezTo>
                      <a:pt x="328" y="602"/>
                      <a:pt x="328" y="602"/>
                      <a:pt x="328" y="602"/>
                    </a:cubicBezTo>
                    <a:cubicBezTo>
                      <a:pt x="328" y="601"/>
                      <a:pt x="328" y="601"/>
                      <a:pt x="328" y="601"/>
                    </a:cubicBezTo>
                    <a:cubicBezTo>
                      <a:pt x="326" y="597"/>
                      <a:pt x="326" y="593"/>
                      <a:pt x="326" y="589"/>
                    </a:cubicBezTo>
                    <a:cubicBezTo>
                      <a:pt x="342" y="589"/>
                      <a:pt x="342" y="589"/>
                      <a:pt x="342" y="589"/>
                    </a:cubicBezTo>
                    <a:cubicBezTo>
                      <a:pt x="356" y="589"/>
                      <a:pt x="368" y="577"/>
                      <a:pt x="368" y="563"/>
                    </a:cubicBezTo>
                    <a:cubicBezTo>
                      <a:pt x="368" y="25"/>
                      <a:pt x="368" y="25"/>
                      <a:pt x="368" y="25"/>
                    </a:cubicBezTo>
                    <a:cubicBezTo>
                      <a:pt x="368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1" name="Google Shape;281;p9"/>
              <p:cNvGrpSpPr/>
              <p:nvPr/>
            </p:nvGrpSpPr>
            <p:grpSpPr>
              <a:xfrm>
                <a:off x="839488" y="2182413"/>
                <a:ext cx="609600" cy="1117540"/>
                <a:chOff x="7453338" y="715125"/>
                <a:chExt cx="609600" cy="1117540"/>
              </a:xfrm>
            </p:grpSpPr>
            <p:cxnSp>
              <p:nvCxnSpPr>
                <p:cNvPr id="282" name="Google Shape;282;p9"/>
                <p:cNvCxnSpPr/>
                <p:nvPr/>
              </p:nvCxnSpPr>
              <p:spPr>
                <a:xfrm>
                  <a:off x="7453338" y="715125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3" name="Google Shape;283;p9"/>
                <p:cNvCxnSpPr/>
                <p:nvPr/>
              </p:nvCxnSpPr>
              <p:spPr>
                <a:xfrm>
                  <a:off x="7453338" y="81672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4" name="Google Shape;284;p9"/>
                <p:cNvCxnSpPr/>
                <p:nvPr/>
              </p:nvCxnSpPr>
              <p:spPr>
                <a:xfrm>
                  <a:off x="7453338" y="918314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5" name="Google Shape;285;p9"/>
                <p:cNvCxnSpPr/>
                <p:nvPr/>
              </p:nvCxnSpPr>
              <p:spPr>
                <a:xfrm>
                  <a:off x="7453338" y="1019909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6" name="Google Shape;286;p9"/>
                <p:cNvCxnSpPr/>
                <p:nvPr/>
              </p:nvCxnSpPr>
              <p:spPr>
                <a:xfrm>
                  <a:off x="7453338" y="1121503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7" name="Google Shape;287;p9"/>
                <p:cNvCxnSpPr/>
                <p:nvPr/>
              </p:nvCxnSpPr>
              <p:spPr>
                <a:xfrm>
                  <a:off x="7453338" y="1223098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8" name="Google Shape;288;p9"/>
                <p:cNvCxnSpPr/>
                <p:nvPr/>
              </p:nvCxnSpPr>
              <p:spPr>
                <a:xfrm>
                  <a:off x="7453338" y="1324692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9" name="Google Shape;289;p9"/>
                <p:cNvCxnSpPr/>
                <p:nvPr/>
              </p:nvCxnSpPr>
              <p:spPr>
                <a:xfrm>
                  <a:off x="7453338" y="1426287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0" name="Google Shape;290;p9"/>
                <p:cNvCxnSpPr/>
                <p:nvPr/>
              </p:nvCxnSpPr>
              <p:spPr>
                <a:xfrm>
                  <a:off x="7453338" y="1527881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1" name="Google Shape;291;p9"/>
                <p:cNvCxnSpPr/>
                <p:nvPr/>
              </p:nvCxnSpPr>
              <p:spPr>
                <a:xfrm>
                  <a:off x="7453338" y="1629476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2" name="Google Shape;292;p9"/>
                <p:cNvCxnSpPr/>
                <p:nvPr/>
              </p:nvCxnSpPr>
              <p:spPr>
                <a:xfrm>
                  <a:off x="7453338" y="173107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3" name="Google Shape;293;p9"/>
                <p:cNvCxnSpPr/>
                <p:nvPr/>
              </p:nvCxnSpPr>
              <p:spPr>
                <a:xfrm>
                  <a:off x="7453338" y="1832665"/>
                  <a:ext cx="280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94" name="Google Shape;294;p9"/>
            <p:cNvGrpSpPr/>
            <p:nvPr/>
          </p:nvGrpSpPr>
          <p:grpSpPr>
            <a:xfrm flipH="1">
              <a:off x="705338" y="486238"/>
              <a:ext cx="877888" cy="469900"/>
              <a:chOff x="7327075" y="3825188"/>
              <a:chExt cx="877888" cy="469900"/>
            </a:xfrm>
          </p:grpSpPr>
          <p:sp>
            <p:nvSpPr>
              <p:cNvPr id="295" name="Google Shape;295;p9"/>
              <p:cNvSpPr/>
              <p:nvPr/>
            </p:nvSpPr>
            <p:spPr>
              <a:xfrm>
                <a:off x="7327075" y="3825188"/>
                <a:ext cx="877888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97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2" y="184"/>
                      <a:pt x="26" y="184"/>
                    </a:cubicBezTo>
                    <a:cubicBezTo>
                      <a:pt x="309" y="184"/>
                      <a:pt x="309" y="184"/>
                      <a:pt x="309" y="184"/>
                    </a:cubicBezTo>
                    <a:cubicBezTo>
                      <a:pt x="310" y="187"/>
                      <a:pt x="312" y="191"/>
                      <a:pt x="315" y="193"/>
                    </a:cubicBezTo>
                    <a:cubicBezTo>
                      <a:pt x="318" y="196"/>
                      <a:pt x="322" y="197"/>
                      <a:pt x="326" y="197"/>
                    </a:cubicBezTo>
                    <a:cubicBezTo>
                      <a:pt x="326" y="197"/>
                      <a:pt x="327" y="197"/>
                      <a:pt x="327" y="197"/>
                    </a:cubicBezTo>
                    <a:cubicBezTo>
                      <a:pt x="328" y="197"/>
                      <a:pt x="328" y="197"/>
                      <a:pt x="328" y="197"/>
                    </a:cubicBezTo>
                    <a:cubicBezTo>
                      <a:pt x="328" y="196"/>
                      <a:pt x="328" y="196"/>
                      <a:pt x="328" y="196"/>
                    </a:cubicBezTo>
                    <a:cubicBezTo>
                      <a:pt x="326" y="192"/>
                      <a:pt x="325" y="188"/>
                      <a:pt x="326" y="184"/>
                    </a:cubicBezTo>
                    <a:cubicBezTo>
                      <a:pt x="342" y="184"/>
                      <a:pt x="342" y="184"/>
                      <a:pt x="342" y="184"/>
                    </a:cubicBezTo>
                    <a:cubicBezTo>
                      <a:pt x="356" y="184"/>
                      <a:pt x="367" y="172"/>
                      <a:pt x="367" y="158"/>
                    </a:cubicBezTo>
                    <a:cubicBezTo>
                      <a:pt x="367" y="25"/>
                      <a:pt x="367" y="25"/>
                      <a:pt x="367" y="25"/>
                    </a:cubicBezTo>
                    <a:cubicBezTo>
                      <a:pt x="367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6" name="Google Shape;296;p9"/>
              <p:cNvGrpSpPr/>
              <p:nvPr/>
            </p:nvGrpSpPr>
            <p:grpSpPr>
              <a:xfrm>
                <a:off x="7435371" y="3940000"/>
                <a:ext cx="667073" cy="204775"/>
                <a:chOff x="5848350" y="2788450"/>
                <a:chExt cx="1285800" cy="204775"/>
              </a:xfrm>
            </p:grpSpPr>
            <p:cxnSp>
              <p:nvCxnSpPr>
                <p:cNvPr id="297" name="Google Shape;297;p9"/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8" name="Google Shape;298;p9"/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9" name="Google Shape;299;p9"/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00" name="Google Shape;300;p9"/>
            <p:cNvGrpSpPr/>
            <p:nvPr/>
          </p:nvGrpSpPr>
          <p:grpSpPr>
            <a:xfrm>
              <a:off x="1432201" y="1075788"/>
              <a:ext cx="879475" cy="1439864"/>
              <a:chOff x="704550" y="2022613"/>
              <a:chExt cx="879475" cy="1439864"/>
            </a:xfrm>
          </p:grpSpPr>
          <p:sp>
            <p:nvSpPr>
              <p:cNvPr id="301" name="Google Shape;301;p9"/>
              <p:cNvSpPr/>
              <p:nvPr/>
            </p:nvSpPr>
            <p:spPr>
              <a:xfrm flipH="1">
                <a:off x="704551" y="2022613"/>
                <a:ext cx="879475" cy="1439864"/>
              </a:xfrm>
              <a:custGeom>
                <a:avLst/>
                <a:gdLst/>
                <a:ahLst/>
                <a:cxnLst/>
                <a:rect l="l" t="t" r="r" b="b"/>
                <a:pathLst>
                  <a:path w="368" h="602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563"/>
                      <a:pt x="0" y="563"/>
                      <a:pt x="0" y="563"/>
                    </a:cubicBezTo>
                    <a:cubicBezTo>
                      <a:pt x="0" y="577"/>
                      <a:pt x="12" y="589"/>
                      <a:pt x="26" y="589"/>
                    </a:cubicBezTo>
                    <a:cubicBezTo>
                      <a:pt x="310" y="589"/>
                      <a:pt x="310" y="589"/>
                      <a:pt x="310" y="589"/>
                    </a:cubicBezTo>
                    <a:cubicBezTo>
                      <a:pt x="310" y="592"/>
                      <a:pt x="313" y="596"/>
                      <a:pt x="315" y="598"/>
                    </a:cubicBezTo>
                    <a:cubicBezTo>
                      <a:pt x="318" y="600"/>
                      <a:pt x="322" y="602"/>
                      <a:pt x="326" y="602"/>
                    </a:cubicBezTo>
                    <a:cubicBezTo>
                      <a:pt x="327" y="602"/>
                      <a:pt x="327" y="602"/>
                      <a:pt x="327" y="602"/>
                    </a:cubicBezTo>
                    <a:cubicBezTo>
                      <a:pt x="328" y="602"/>
                      <a:pt x="328" y="602"/>
                      <a:pt x="328" y="602"/>
                    </a:cubicBezTo>
                    <a:cubicBezTo>
                      <a:pt x="328" y="601"/>
                      <a:pt x="328" y="601"/>
                      <a:pt x="328" y="601"/>
                    </a:cubicBezTo>
                    <a:cubicBezTo>
                      <a:pt x="326" y="597"/>
                      <a:pt x="326" y="593"/>
                      <a:pt x="326" y="589"/>
                    </a:cubicBezTo>
                    <a:cubicBezTo>
                      <a:pt x="342" y="589"/>
                      <a:pt x="342" y="589"/>
                      <a:pt x="342" y="589"/>
                    </a:cubicBezTo>
                    <a:cubicBezTo>
                      <a:pt x="356" y="589"/>
                      <a:pt x="368" y="577"/>
                      <a:pt x="368" y="563"/>
                    </a:cubicBezTo>
                    <a:cubicBezTo>
                      <a:pt x="368" y="25"/>
                      <a:pt x="368" y="25"/>
                      <a:pt x="368" y="25"/>
                    </a:cubicBezTo>
                    <a:cubicBezTo>
                      <a:pt x="368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2" name="Google Shape;302;p9"/>
              <p:cNvGrpSpPr/>
              <p:nvPr/>
            </p:nvGrpSpPr>
            <p:grpSpPr>
              <a:xfrm>
                <a:off x="839488" y="2182413"/>
                <a:ext cx="609600" cy="1117540"/>
                <a:chOff x="7453338" y="715125"/>
                <a:chExt cx="609600" cy="1117540"/>
              </a:xfrm>
            </p:grpSpPr>
            <p:cxnSp>
              <p:nvCxnSpPr>
                <p:cNvPr id="303" name="Google Shape;303;p9"/>
                <p:cNvCxnSpPr/>
                <p:nvPr/>
              </p:nvCxnSpPr>
              <p:spPr>
                <a:xfrm>
                  <a:off x="7453338" y="715125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4" name="Google Shape;304;p9"/>
                <p:cNvCxnSpPr/>
                <p:nvPr/>
              </p:nvCxnSpPr>
              <p:spPr>
                <a:xfrm>
                  <a:off x="7453338" y="81672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9"/>
                <p:cNvCxnSpPr/>
                <p:nvPr/>
              </p:nvCxnSpPr>
              <p:spPr>
                <a:xfrm>
                  <a:off x="7453338" y="918314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6" name="Google Shape;306;p9"/>
                <p:cNvCxnSpPr/>
                <p:nvPr/>
              </p:nvCxnSpPr>
              <p:spPr>
                <a:xfrm>
                  <a:off x="7453338" y="1019909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7" name="Google Shape;307;p9"/>
                <p:cNvCxnSpPr/>
                <p:nvPr/>
              </p:nvCxnSpPr>
              <p:spPr>
                <a:xfrm>
                  <a:off x="7453338" y="1121503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8" name="Google Shape;308;p9"/>
                <p:cNvCxnSpPr/>
                <p:nvPr/>
              </p:nvCxnSpPr>
              <p:spPr>
                <a:xfrm>
                  <a:off x="7453338" y="1223098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9"/>
                <p:cNvCxnSpPr/>
                <p:nvPr/>
              </p:nvCxnSpPr>
              <p:spPr>
                <a:xfrm>
                  <a:off x="7453338" y="1324692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0" name="Google Shape;310;p9"/>
                <p:cNvCxnSpPr/>
                <p:nvPr/>
              </p:nvCxnSpPr>
              <p:spPr>
                <a:xfrm>
                  <a:off x="7453338" y="1426287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1" name="Google Shape;311;p9"/>
                <p:cNvCxnSpPr/>
                <p:nvPr/>
              </p:nvCxnSpPr>
              <p:spPr>
                <a:xfrm>
                  <a:off x="7453338" y="1527881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2" name="Google Shape;312;p9"/>
                <p:cNvCxnSpPr/>
                <p:nvPr/>
              </p:nvCxnSpPr>
              <p:spPr>
                <a:xfrm>
                  <a:off x="7453338" y="1629476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3" name="Google Shape;313;p9"/>
                <p:cNvCxnSpPr/>
                <p:nvPr/>
              </p:nvCxnSpPr>
              <p:spPr>
                <a:xfrm>
                  <a:off x="7453338" y="173107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4" name="Google Shape;314;p9"/>
                <p:cNvCxnSpPr/>
                <p:nvPr/>
              </p:nvCxnSpPr>
              <p:spPr>
                <a:xfrm>
                  <a:off x="7453338" y="1832665"/>
                  <a:ext cx="280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"/>
          <p:cNvSpPr>
            <a:spLocks noGrp="1"/>
          </p:cNvSpPr>
          <p:nvPr>
            <p:ph type="pic" idx="2"/>
          </p:nvPr>
        </p:nvSpPr>
        <p:spPr>
          <a:xfrm>
            <a:off x="-28875" y="-38475"/>
            <a:ext cx="9217200" cy="52242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" name="Google Shape;709;p23"/>
          <p:cNvGrpSpPr/>
          <p:nvPr/>
        </p:nvGrpSpPr>
        <p:grpSpPr>
          <a:xfrm>
            <a:off x="326250" y="4505375"/>
            <a:ext cx="8491500" cy="318625"/>
            <a:chOff x="326250" y="4505375"/>
            <a:chExt cx="8491500" cy="318625"/>
          </a:xfrm>
        </p:grpSpPr>
        <p:sp>
          <p:nvSpPr>
            <p:cNvPr id="710" name="Google Shape;710;p23"/>
            <p:cNvSpPr/>
            <p:nvPr/>
          </p:nvSpPr>
          <p:spPr>
            <a:xfrm>
              <a:off x="326250" y="4505400"/>
              <a:ext cx="8491500" cy="318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711" name="Google Shape;711;p23"/>
            <p:cNvGrpSpPr/>
            <p:nvPr/>
          </p:nvGrpSpPr>
          <p:grpSpPr>
            <a:xfrm>
              <a:off x="8361877" y="4505375"/>
              <a:ext cx="455613" cy="318598"/>
              <a:chOff x="8362100" y="4505388"/>
              <a:chExt cx="455613" cy="315913"/>
            </a:xfrm>
          </p:grpSpPr>
          <p:sp>
            <p:nvSpPr>
              <p:cNvPr id="712" name="Google Shape;712;p23"/>
              <p:cNvSpPr/>
              <p:nvPr/>
            </p:nvSpPr>
            <p:spPr>
              <a:xfrm>
                <a:off x="8362100" y="4505388"/>
                <a:ext cx="455613" cy="315913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32" extrusionOk="0">
                    <a:moveTo>
                      <a:pt x="0" y="132"/>
                    </a:moveTo>
                    <a:cubicBezTo>
                      <a:pt x="124" y="132"/>
                      <a:pt x="124" y="132"/>
                      <a:pt x="124" y="132"/>
                    </a:cubicBezTo>
                    <a:cubicBezTo>
                      <a:pt x="160" y="132"/>
                      <a:pt x="190" y="102"/>
                      <a:pt x="190" y="66"/>
                    </a:cubicBezTo>
                    <a:cubicBezTo>
                      <a:pt x="190" y="29"/>
                      <a:pt x="160" y="0"/>
                      <a:pt x="12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13" name="Google Shape;713;p23"/>
              <p:cNvGrpSpPr/>
              <p:nvPr/>
            </p:nvGrpSpPr>
            <p:grpSpPr>
              <a:xfrm>
                <a:off x="8477349" y="4595021"/>
                <a:ext cx="161419" cy="156795"/>
                <a:chOff x="10138900" y="2314588"/>
                <a:chExt cx="165101" cy="160338"/>
              </a:xfrm>
            </p:grpSpPr>
            <p:sp>
              <p:nvSpPr>
                <p:cNvPr id="714" name="Google Shape;714;p23"/>
                <p:cNvSpPr/>
                <p:nvPr/>
              </p:nvSpPr>
              <p:spPr>
                <a:xfrm>
                  <a:off x="10138900" y="2314588"/>
                  <a:ext cx="165100" cy="160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67" extrusionOk="0">
                      <a:moveTo>
                        <a:pt x="41" y="67"/>
                      </a:moveTo>
                      <a:cubicBezTo>
                        <a:pt x="41" y="67"/>
                        <a:pt x="41" y="67"/>
                        <a:pt x="41" y="67"/>
                      </a:cubicBezTo>
                      <a:cubicBezTo>
                        <a:pt x="40" y="67"/>
                        <a:pt x="40" y="67"/>
                        <a:pt x="40" y="66"/>
                      </a:cubicBezTo>
                      <a:cubicBezTo>
                        <a:pt x="33" y="34"/>
                        <a:pt x="33" y="34"/>
                        <a:pt x="33" y="34"/>
                      </a:cubicBezTo>
                      <a:cubicBezTo>
                        <a:pt x="1" y="25"/>
                        <a:pt x="1" y="25"/>
                        <a:pt x="1" y="25"/>
                      </a:cubicBezTo>
                      <a:cubicBezTo>
                        <a:pt x="0" y="25"/>
                        <a:pt x="0" y="25"/>
                        <a:pt x="0" y="24"/>
                      </a:cubicBezTo>
                      <a:cubicBezTo>
                        <a:pt x="0" y="24"/>
                        <a:pt x="0" y="23"/>
                        <a:pt x="1" y="23"/>
                      </a:cubicBezTo>
                      <a:cubicBezTo>
                        <a:pt x="68" y="0"/>
                        <a:pt x="68" y="0"/>
                        <a:pt x="68" y="0"/>
                      </a:cubicBezTo>
                      <a:cubicBezTo>
                        <a:pt x="68" y="0"/>
                        <a:pt x="69" y="0"/>
                        <a:pt x="69" y="0"/>
                      </a:cubicBezTo>
                      <a:cubicBezTo>
                        <a:pt x="69" y="1"/>
                        <a:pt x="69" y="1"/>
                        <a:pt x="69" y="2"/>
                      </a:cubicBezTo>
                      <a:cubicBezTo>
                        <a:pt x="42" y="67"/>
                        <a:pt x="42" y="67"/>
                        <a:pt x="42" y="67"/>
                      </a:cubicBezTo>
                      <a:cubicBezTo>
                        <a:pt x="42" y="67"/>
                        <a:pt x="41" y="67"/>
                        <a:pt x="41" y="67"/>
                      </a:cubicBezTo>
                      <a:close/>
                      <a:moveTo>
                        <a:pt x="5" y="24"/>
                      </a:moveTo>
                      <a:cubicBezTo>
                        <a:pt x="34" y="32"/>
                        <a:pt x="34" y="32"/>
                        <a:pt x="34" y="32"/>
                      </a:cubicBezTo>
                      <a:cubicBezTo>
                        <a:pt x="35" y="32"/>
                        <a:pt x="35" y="32"/>
                        <a:pt x="35" y="33"/>
                      </a:cubicBezTo>
                      <a:cubicBezTo>
                        <a:pt x="41" y="62"/>
                        <a:pt x="41" y="62"/>
                        <a:pt x="41" y="62"/>
                      </a:cubicBezTo>
                      <a:cubicBezTo>
                        <a:pt x="66" y="3"/>
                        <a:pt x="66" y="3"/>
                        <a:pt x="66" y="3"/>
                      </a:cubicBezTo>
                      <a:lnTo>
                        <a:pt x="5" y="2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5" name="Google Shape;715;p23"/>
                <p:cNvSpPr/>
                <p:nvPr/>
              </p:nvSpPr>
              <p:spPr>
                <a:xfrm>
                  <a:off x="10216688" y="2314588"/>
                  <a:ext cx="87313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" h="51" extrusionOk="0">
                      <a:moveTo>
                        <a:pt x="3" y="51"/>
                      </a:moveTo>
                      <a:lnTo>
                        <a:pt x="0" y="48"/>
                      </a:lnTo>
                      <a:lnTo>
                        <a:pt x="52" y="0"/>
                      </a:lnTo>
                      <a:lnTo>
                        <a:pt x="55" y="3"/>
                      </a:lnTo>
                      <a:lnTo>
                        <a:pt x="3" y="5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716" name="Google Shape;716;p23"/>
          <p:cNvSpPr txBox="1">
            <a:spLocks noGrp="1"/>
          </p:cNvSpPr>
          <p:nvPr>
            <p:ph type="title"/>
          </p:nvPr>
        </p:nvSpPr>
        <p:spPr>
          <a:xfrm>
            <a:off x="3752275" y="641900"/>
            <a:ext cx="3950700" cy="9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7" name="Google Shape;717;p23"/>
          <p:cNvSpPr txBox="1">
            <a:spLocks noGrp="1"/>
          </p:cNvSpPr>
          <p:nvPr>
            <p:ph type="subTitle" idx="1"/>
          </p:nvPr>
        </p:nvSpPr>
        <p:spPr>
          <a:xfrm>
            <a:off x="3752275" y="1694513"/>
            <a:ext cx="3950700" cy="9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8" name="Google Shape;718;p23"/>
          <p:cNvSpPr txBox="1"/>
          <p:nvPr/>
        </p:nvSpPr>
        <p:spPr>
          <a:xfrm>
            <a:off x="3752275" y="3459550"/>
            <a:ext cx="46785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sz="1200" b="1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19" name="Google Shape;719;p23"/>
          <p:cNvSpPr/>
          <p:nvPr/>
        </p:nvSpPr>
        <p:spPr>
          <a:xfrm>
            <a:off x="7661600" y="228100"/>
            <a:ext cx="303300" cy="3114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0" name="Google Shape;720;p23"/>
          <p:cNvSpPr/>
          <p:nvPr/>
        </p:nvSpPr>
        <p:spPr>
          <a:xfrm>
            <a:off x="8088017" y="228100"/>
            <a:ext cx="303300" cy="3114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1" name="Google Shape;721;p23"/>
          <p:cNvSpPr/>
          <p:nvPr/>
        </p:nvSpPr>
        <p:spPr>
          <a:xfrm>
            <a:off x="8514434" y="228100"/>
            <a:ext cx="303300" cy="3114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2" name="Google Shape;722;p23"/>
          <p:cNvSpPr/>
          <p:nvPr/>
        </p:nvSpPr>
        <p:spPr>
          <a:xfrm>
            <a:off x="8137217" y="281350"/>
            <a:ext cx="204900" cy="204900"/>
          </a:xfrm>
          <a:prstGeom prst="mathPlus">
            <a:avLst>
              <a:gd name="adj1" fmla="val 2352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3" name="Google Shape;723;p23"/>
          <p:cNvSpPr/>
          <p:nvPr/>
        </p:nvSpPr>
        <p:spPr>
          <a:xfrm>
            <a:off x="8581334" y="299200"/>
            <a:ext cx="169500" cy="169200"/>
          </a:xfrm>
          <a:prstGeom prst="flowChartMagneticTap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24" name="Google Shape;724;p23"/>
          <p:cNvGrpSpPr/>
          <p:nvPr/>
        </p:nvGrpSpPr>
        <p:grpSpPr>
          <a:xfrm>
            <a:off x="7717068" y="305376"/>
            <a:ext cx="192347" cy="156850"/>
            <a:chOff x="2244725" y="192088"/>
            <a:chExt cx="7724774" cy="6299200"/>
          </a:xfrm>
        </p:grpSpPr>
        <p:sp>
          <p:nvSpPr>
            <p:cNvPr id="725" name="Google Shape;725;p23"/>
            <p:cNvSpPr/>
            <p:nvPr/>
          </p:nvSpPr>
          <p:spPr>
            <a:xfrm>
              <a:off x="2244725" y="192088"/>
              <a:ext cx="7724774" cy="2182813"/>
            </a:xfrm>
            <a:custGeom>
              <a:avLst/>
              <a:gdLst/>
              <a:ahLst/>
              <a:cxnLst/>
              <a:rect l="l" t="t" r="r" b="b"/>
              <a:pathLst>
                <a:path w="2050" h="579" extrusionOk="0">
                  <a:moveTo>
                    <a:pt x="0" y="500"/>
                  </a:moveTo>
                  <a:cubicBezTo>
                    <a:pt x="41" y="459"/>
                    <a:pt x="81" y="414"/>
                    <a:pt x="125" y="376"/>
                  </a:cubicBezTo>
                  <a:cubicBezTo>
                    <a:pt x="310" y="216"/>
                    <a:pt x="524" y="112"/>
                    <a:pt x="765" y="71"/>
                  </a:cubicBezTo>
                  <a:cubicBezTo>
                    <a:pt x="1179" y="0"/>
                    <a:pt x="1553" y="95"/>
                    <a:pt x="1883" y="355"/>
                  </a:cubicBezTo>
                  <a:cubicBezTo>
                    <a:pt x="1934" y="395"/>
                    <a:pt x="1980" y="442"/>
                    <a:pt x="2026" y="487"/>
                  </a:cubicBezTo>
                  <a:cubicBezTo>
                    <a:pt x="2050" y="510"/>
                    <a:pt x="2049" y="540"/>
                    <a:pt x="2028" y="560"/>
                  </a:cubicBezTo>
                  <a:cubicBezTo>
                    <a:pt x="2007" y="579"/>
                    <a:pt x="1979" y="576"/>
                    <a:pt x="1956" y="553"/>
                  </a:cubicBezTo>
                  <a:cubicBezTo>
                    <a:pt x="1953" y="550"/>
                    <a:pt x="1950" y="547"/>
                    <a:pt x="1948" y="544"/>
                  </a:cubicBezTo>
                  <a:cubicBezTo>
                    <a:pt x="1820" y="410"/>
                    <a:pt x="1670" y="307"/>
                    <a:pt x="1497" y="238"/>
                  </a:cubicBezTo>
                  <a:cubicBezTo>
                    <a:pt x="1007" y="42"/>
                    <a:pt x="462" y="158"/>
                    <a:pt x="93" y="538"/>
                  </a:cubicBezTo>
                  <a:cubicBezTo>
                    <a:pt x="57" y="574"/>
                    <a:pt x="28" y="571"/>
                    <a:pt x="0" y="528"/>
                  </a:cubicBezTo>
                  <a:cubicBezTo>
                    <a:pt x="0" y="519"/>
                    <a:pt x="0" y="510"/>
                    <a:pt x="0" y="5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23"/>
            <p:cNvSpPr/>
            <p:nvPr/>
          </p:nvSpPr>
          <p:spPr>
            <a:xfrm>
              <a:off x="3240088" y="1990726"/>
              <a:ext cx="5738812" cy="1576388"/>
            </a:xfrm>
            <a:custGeom>
              <a:avLst/>
              <a:gdLst/>
              <a:ahLst/>
              <a:cxnLst/>
              <a:rect l="l" t="t" r="r" b="b"/>
              <a:pathLst>
                <a:path w="1523" h="418" extrusionOk="0">
                  <a:moveTo>
                    <a:pt x="769" y="0"/>
                  </a:moveTo>
                  <a:cubicBezTo>
                    <a:pt x="1046" y="6"/>
                    <a:pt x="1294" y="113"/>
                    <a:pt x="1493" y="328"/>
                  </a:cubicBezTo>
                  <a:cubicBezTo>
                    <a:pt x="1523" y="360"/>
                    <a:pt x="1512" y="404"/>
                    <a:pt x="1473" y="413"/>
                  </a:cubicBezTo>
                  <a:cubicBezTo>
                    <a:pt x="1451" y="418"/>
                    <a:pt x="1435" y="408"/>
                    <a:pt x="1421" y="392"/>
                  </a:cubicBezTo>
                  <a:cubicBezTo>
                    <a:pt x="1372" y="338"/>
                    <a:pt x="1317" y="291"/>
                    <a:pt x="1257" y="251"/>
                  </a:cubicBezTo>
                  <a:cubicBezTo>
                    <a:pt x="890" y="6"/>
                    <a:pt x="403" y="59"/>
                    <a:pt x="98" y="377"/>
                  </a:cubicBezTo>
                  <a:cubicBezTo>
                    <a:pt x="89" y="387"/>
                    <a:pt x="78" y="397"/>
                    <a:pt x="65" y="402"/>
                  </a:cubicBezTo>
                  <a:cubicBezTo>
                    <a:pt x="45" y="409"/>
                    <a:pt x="23" y="399"/>
                    <a:pt x="12" y="381"/>
                  </a:cubicBezTo>
                  <a:cubicBezTo>
                    <a:pt x="0" y="362"/>
                    <a:pt x="1" y="339"/>
                    <a:pt x="19" y="322"/>
                  </a:cubicBezTo>
                  <a:cubicBezTo>
                    <a:pt x="55" y="287"/>
                    <a:pt x="90" y="251"/>
                    <a:pt x="130" y="219"/>
                  </a:cubicBezTo>
                  <a:cubicBezTo>
                    <a:pt x="312" y="75"/>
                    <a:pt x="521" y="3"/>
                    <a:pt x="7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23"/>
            <p:cNvSpPr/>
            <p:nvPr/>
          </p:nvSpPr>
          <p:spPr>
            <a:xfrm>
              <a:off x="4318000" y="3717926"/>
              <a:ext cx="3544888" cy="1138238"/>
            </a:xfrm>
            <a:custGeom>
              <a:avLst/>
              <a:gdLst/>
              <a:ahLst/>
              <a:cxnLst/>
              <a:rect l="l" t="t" r="r" b="b"/>
              <a:pathLst>
                <a:path w="941" h="302" extrusionOk="0">
                  <a:moveTo>
                    <a:pt x="485" y="0"/>
                  </a:moveTo>
                  <a:cubicBezTo>
                    <a:pt x="649" y="3"/>
                    <a:pt x="801" y="72"/>
                    <a:pt x="920" y="211"/>
                  </a:cubicBezTo>
                  <a:cubicBezTo>
                    <a:pt x="941" y="235"/>
                    <a:pt x="941" y="264"/>
                    <a:pt x="919" y="283"/>
                  </a:cubicBezTo>
                  <a:cubicBezTo>
                    <a:pt x="897" y="302"/>
                    <a:pt x="869" y="299"/>
                    <a:pt x="847" y="274"/>
                  </a:cubicBezTo>
                  <a:cubicBezTo>
                    <a:pt x="768" y="181"/>
                    <a:pt x="668" y="122"/>
                    <a:pt x="547" y="104"/>
                  </a:cubicBezTo>
                  <a:cubicBezTo>
                    <a:pt x="374" y="78"/>
                    <a:pt x="227" y="129"/>
                    <a:pt x="105" y="254"/>
                  </a:cubicBezTo>
                  <a:cubicBezTo>
                    <a:pt x="100" y="259"/>
                    <a:pt x="96" y="264"/>
                    <a:pt x="91" y="268"/>
                  </a:cubicBezTo>
                  <a:cubicBezTo>
                    <a:pt x="71" y="288"/>
                    <a:pt x="43" y="290"/>
                    <a:pt x="23" y="272"/>
                  </a:cubicBezTo>
                  <a:cubicBezTo>
                    <a:pt x="3" y="254"/>
                    <a:pt x="0" y="223"/>
                    <a:pt x="21" y="203"/>
                  </a:cubicBezTo>
                  <a:cubicBezTo>
                    <a:pt x="58" y="167"/>
                    <a:pt x="95" y="131"/>
                    <a:pt x="136" y="102"/>
                  </a:cubicBezTo>
                  <a:cubicBezTo>
                    <a:pt x="235" y="33"/>
                    <a:pt x="346" y="1"/>
                    <a:pt x="4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23"/>
            <p:cNvSpPr/>
            <p:nvPr/>
          </p:nvSpPr>
          <p:spPr>
            <a:xfrm>
              <a:off x="5429250" y="5157788"/>
              <a:ext cx="1330325" cy="1333500"/>
            </a:xfrm>
            <a:custGeom>
              <a:avLst/>
              <a:gdLst/>
              <a:ahLst/>
              <a:cxnLst/>
              <a:rect l="l" t="t" r="r" b="b"/>
              <a:pathLst>
                <a:path w="353" h="354" extrusionOk="0">
                  <a:moveTo>
                    <a:pt x="0" y="177"/>
                  </a:moveTo>
                  <a:cubicBezTo>
                    <a:pt x="0" y="79"/>
                    <a:pt x="79" y="0"/>
                    <a:pt x="178" y="0"/>
                  </a:cubicBezTo>
                  <a:cubicBezTo>
                    <a:pt x="275" y="1"/>
                    <a:pt x="353" y="79"/>
                    <a:pt x="353" y="177"/>
                  </a:cubicBezTo>
                  <a:cubicBezTo>
                    <a:pt x="353" y="276"/>
                    <a:pt x="274" y="354"/>
                    <a:pt x="176" y="354"/>
                  </a:cubicBezTo>
                  <a:cubicBezTo>
                    <a:pt x="78" y="353"/>
                    <a:pt x="0" y="275"/>
                    <a:pt x="0" y="177"/>
                  </a:cubicBezTo>
                  <a:close/>
                  <a:moveTo>
                    <a:pt x="97" y="177"/>
                  </a:moveTo>
                  <a:cubicBezTo>
                    <a:pt x="97" y="221"/>
                    <a:pt x="132" y="257"/>
                    <a:pt x="176" y="257"/>
                  </a:cubicBezTo>
                  <a:cubicBezTo>
                    <a:pt x="220" y="258"/>
                    <a:pt x="256" y="222"/>
                    <a:pt x="257" y="178"/>
                  </a:cubicBezTo>
                  <a:cubicBezTo>
                    <a:pt x="257" y="133"/>
                    <a:pt x="221" y="97"/>
                    <a:pt x="176" y="97"/>
                  </a:cubicBezTo>
                  <a:cubicBezTo>
                    <a:pt x="132" y="97"/>
                    <a:pt x="97" y="132"/>
                    <a:pt x="97" y="1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0" name="Google Shape;730;p24"/>
          <p:cNvCxnSpPr/>
          <p:nvPr/>
        </p:nvCxnSpPr>
        <p:spPr>
          <a:xfrm>
            <a:off x="537725" y="-215075"/>
            <a:ext cx="0" cy="105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31" name="Google Shape;731;p24"/>
          <p:cNvGrpSpPr/>
          <p:nvPr/>
        </p:nvGrpSpPr>
        <p:grpSpPr>
          <a:xfrm>
            <a:off x="6769788" y="-180437"/>
            <a:ext cx="2818800" cy="2186976"/>
            <a:chOff x="6769788" y="-180437"/>
            <a:chExt cx="2818800" cy="2186976"/>
          </a:xfrm>
        </p:grpSpPr>
        <p:grpSp>
          <p:nvGrpSpPr>
            <p:cNvPr id="732" name="Google Shape;732;p24"/>
            <p:cNvGrpSpPr/>
            <p:nvPr/>
          </p:nvGrpSpPr>
          <p:grpSpPr>
            <a:xfrm flipH="1">
              <a:off x="8710700" y="1536638"/>
              <a:ext cx="877888" cy="469900"/>
              <a:chOff x="7327075" y="3825188"/>
              <a:chExt cx="877888" cy="469900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327075" y="3825188"/>
                <a:ext cx="877888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97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2" y="184"/>
                      <a:pt x="26" y="184"/>
                    </a:cubicBezTo>
                    <a:cubicBezTo>
                      <a:pt x="309" y="184"/>
                      <a:pt x="309" y="184"/>
                      <a:pt x="309" y="184"/>
                    </a:cubicBezTo>
                    <a:cubicBezTo>
                      <a:pt x="310" y="187"/>
                      <a:pt x="312" y="191"/>
                      <a:pt x="315" y="193"/>
                    </a:cubicBezTo>
                    <a:cubicBezTo>
                      <a:pt x="318" y="196"/>
                      <a:pt x="322" y="197"/>
                      <a:pt x="326" y="197"/>
                    </a:cubicBezTo>
                    <a:cubicBezTo>
                      <a:pt x="326" y="197"/>
                      <a:pt x="327" y="197"/>
                      <a:pt x="327" y="197"/>
                    </a:cubicBezTo>
                    <a:cubicBezTo>
                      <a:pt x="328" y="197"/>
                      <a:pt x="328" y="197"/>
                      <a:pt x="328" y="197"/>
                    </a:cubicBezTo>
                    <a:cubicBezTo>
                      <a:pt x="328" y="196"/>
                      <a:pt x="328" y="196"/>
                      <a:pt x="328" y="196"/>
                    </a:cubicBezTo>
                    <a:cubicBezTo>
                      <a:pt x="326" y="192"/>
                      <a:pt x="325" y="188"/>
                      <a:pt x="326" y="184"/>
                    </a:cubicBezTo>
                    <a:cubicBezTo>
                      <a:pt x="342" y="184"/>
                      <a:pt x="342" y="184"/>
                      <a:pt x="342" y="184"/>
                    </a:cubicBezTo>
                    <a:cubicBezTo>
                      <a:pt x="356" y="184"/>
                      <a:pt x="367" y="172"/>
                      <a:pt x="367" y="158"/>
                    </a:cubicBezTo>
                    <a:cubicBezTo>
                      <a:pt x="367" y="25"/>
                      <a:pt x="367" y="25"/>
                      <a:pt x="367" y="25"/>
                    </a:cubicBezTo>
                    <a:cubicBezTo>
                      <a:pt x="367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435371" y="3940000"/>
                <a:ext cx="667073" cy="204775"/>
                <a:chOff x="5848350" y="2788450"/>
                <a:chExt cx="1285800" cy="204775"/>
              </a:xfrm>
            </p:grpSpPr>
            <p:cxnSp>
              <p:nvCxnSpPr>
                <p:cNvPr id="735" name="Google Shape;735;p24"/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6" name="Google Shape;736;p24"/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7" name="Google Shape;737;p24"/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38" name="Google Shape;738;p24"/>
            <p:cNvGrpSpPr/>
            <p:nvPr/>
          </p:nvGrpSpPr>
          <p:grpSpPr>
            <a:xfrm>
              <a:off x="6769788" y="-166400"/>
              <a:ext cx="1544638" cy="528638"/>
              <a:chOff x="5728088" y="2646488"/>
              <a:chExt cx="1544638" cy="528638"/>
            </a:xfrm>
          </p:grpSpPr>
          <p:sp>
            <p:nvSpPr>
              <p:cNvPr id="739" name="Google Shape;739;p24"/>
              <p:cNvSpPr/>
              <p:nvPr/>
            </p:nvSpPr>
            <p:spPr>
              <a:xfrm flipH="1">
                <a:off x="5728088" y="2646488"/>
                <a:ext cx="1544638" cy="528638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21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97"/>
                      <a:pt x="12" y="208"/>
                      <a:pt x="26" y="208"/>
                    </a:cubicBezTo>
                    <a:cubicBezTo>
                      <a:pt x="588" y="208"/>
                      <a:pt x="588" y="208"/>
                      <a:pt x="588" y="208"/>
                    </a:cubicBezTo>
                    <a:cubicBezTo>
                      <a:pt x="589" y="212"/>
                      <a:pt x="591" y="215"/>
                      <a:pt x="594" y="218"/>
                    </a:cubicBezTo>
                    <a:cubicBezTo>
                      <a:pt x="597" y="220"/>
                      <a:pt x="601" y="221"/>
                      <a:pt x="604" y="221"/>
                    </a:cubicBezTo>
                    <a:cubicBezTo>
                      <a:pt x="605" y="221"/>
                      <a:pt x="605" y="221"/>
                      <a:pt x="606" y="221"/>
                    </a:cubicBezTo>
                    <a:cubicBezTo>
                      <a:pt x="606" y="221"/>
                      <a:pt x="606" y="221"/>
                      <a:pt x="606" y="221"/>
                    </a:cubicBezTo>
                    <a:cubicBezTo>
                      <a:pt x="606" y="220"/>
                      <a:pt x="606" y="220"/>
                      <a:pt x="606" y="220"/>
                    </a:cubicBezTo>
                    <a:cubicBezTo>
                      <a:pt x="604" y="217"/>
                      <a:pt x="604" y="212"/>
                      <a:pt x="604" y="208"/>
                    </a:cubicBezTo>
                    <a:cubicBezTo>
                      <a:pt x="620" y="208"/>
                      <a:pt x="620" y="208"/>
                      <a:pt x="620" y="208"/>
                    </a:cubicBezTo>
                    <a:cubicBezTo>
                      <a:pt x="634" y="208"/>
                      <a:pt x="646" y="197"/>
                      <a:pt x="646" y="183"/>
                    </a:cubicBezTo>
                    <a:cubicBezTo>
                      <a:pt x="646" y="26"/>
                      <a:pt x="646" y="26"/>
                      <a:pt x="646" y="26"/>
                    </a:cubicBezTo>
                    <a:cubicBezTo>
                      <a:pt x="646" y="12"/>
                      <a:pt x="634" y="0"/>
                      <a:pt x="620" y="0"/>
                    </a:cubicBez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40" name="Google Shape;740;p24"/>
              <p:cNvGrpSpPr/>
              <p:nvPr/>
            </p:nvGrpSpPr>
            <p:grpSpPr>
              <a:xfrm>
                <a:off x="5857513" y="2784594"/>
                <a:ext cx="1285800" cy="204775"/>
                <a:chOff x="5848350" y="2788450"/>
                <a:chExt cx="1285800" cy="204775"/>
              </a:xfrm>
            </p:grpSpPr>
            <p:cxnSp>
              <p:nvCxnSpPr>
                <p:cNvPr id="741" name="Google Shape;741;p24"/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2" name="Google Shape;742;p24"/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3" name="Google Shape;743;p24"/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44" name="Google Shape;744;p24"/>
            <p:cNvGrpSpPr/>
            <p:nvPr/>
          </p:nvGrpSpPr>
          <p:grpSpPr>
            <a:xfrm>
              <a:off x="8549001" y="-180437"/>
              <a:ext cx="879475" cy="1439864"/>
              <a:chOff x="704550" y="2022613"/>
              <a:chExt cx="879475" cy="1439864"/>
            </a:xfrm>
          </p:grpSpPr>
          <p:sp>
            <p:nvSpPr>
              <p:cNvPr id="745" name="Google Shape;745;p24"/>
              <p:cNvSpPr/>
              <p:nvPr/>
            </p:nvSpPr>
            <p:spPr>
              <a:xfrm flipH="1">
                <a:off x="704551" y="2022613"/>
                <a:ext cx="879475" cy="1439864"/>
              </a:xfrm>
              <a:custGeom>
                <a:avLst/>
                <a:gdLst/>
                <a:ahLst/>
                <a:cxnLst/>
                <a:rect l="l" t="t" r="r" b="b"/>
                <a:pathLst>
                  <a:path w="368" h="602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563"/>
                      <a:pt x="0" y="563"/>
                      <a:pt x="0" y="563"/>
                    </a:cubicBezTo>
                    <a:cubicBezTo>
                      <a:pt x="0" y="577"/>
                      <a:pt x="12" y="589"/>
                      <a:pt x="26" y="589"/>
                    </a:cubicBezTo>
                    <a:cubicBezTo>
                      <a:pt x="310" y="589"/>
                      <a:pt x="310" y="589"/>
                      <a:pt x="310" y="589"/>
                    </a:cubicBezTo>
                    <a:cubicBezTo>
                      <a:pt x="310" y="592"/>
                      <a:pt x="313" y="596"/>
                      <a:pt x="315" y="598"/>
                    </a:cubicBezTo>
                    <a:cubicBezTo>
                      <a:pt x="318" y="600"/>
                      <a:pt x="322" y="602"/>
                      <a:pt x="326" y="602"/>
                    </a:cubicBezTo>
                    <a:cubicBezTo>
                      <a:pt x="327" y="602"/>
                      <a:pt x="327" y="602"/>
                      <a:pt x="327" y="602"/>
                    </a:cubicBezTo>
                    <a:cubicBezTo>
                      <a:pt x="328" y="602"/>
                      <a:pt x="328" y="602"/>
                      <a:pt x="328" y="602"/>
                    </a:cubicBezTo>
                    <a:cubicBezTo>
                      <a:pt x="328" y="601"/>
                      <a:pt x="328" y="601"/>
                      <a:pt x="328" y="601"/>
                    </a:cubicBezTo>
                    <a:cubicBezTo>
                      <a:pt x="326" y="597"/>
                      <a:pt x="326" y="593"/>
                      <a:pt x="326" y="589"/>
                    </a:cubicBezTo>
                    <a:cubicBezTo>
                      <a:pt x="342" y="589"/>
                      <a:pt x="342" y="589"/>
                      <a:pt x="342" y="589"/>
                    </a:cubicBezTo>
                    <a:cubicBezTo>
                      <a:pt x="356" y="589"/>
                      <a:pt x="368" y="577"/>
                      <a:pt x="368" y="563"/>
                    </a:cubicBezTo>
                    <a:cubicBezTo>
                      <a:pt x="368" y="25"/>
                      <a:pt x="368" y="25"/>
                      <a:pt x="368" y="25"/>
                    </a:cubicBezTo>
                    <a:cubicBezTo>
                      <a:pt x="368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46" name="Google Shape;746;p24"/>
              <p:cNvGrpSpPr/>
              <p:nvPr/>
            </p:nvGrpSpPr>
            <p:grpSpPr>
              <a:xfrm>
                <a:off x="839488" y="2182413"/>
                <a:ext cx="609600" cy="1117540"/>
                <a:chOff x="7453338" y="715125"/>
                <a:chExt cx="609600" cy="1117540"/>
              </a:xfrm>
            </p:grpSpPr>
            <p:cxnSp>
              <p:nvCxnSpPr>
                <p:cNvPr id="747" name="Google Shape;747;p24"/>
                <p:cNvCxnSpPr/>
                <p:nvPr/>
              </p:nvCxnSpPr>
              <p:spPr>
                <a:xfrm>
                  <a:off x="7453338" y="715125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8" name="Google Shape;748;p24"/>
                <p:cNvCxnSpPr/>
                <p:nvPr/>
              </p:nvCxnSpPr>
              <p:spPr>
                <a:xfrm>
                  <a:off x="7453338" y="81672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9" name="Google Shape;749;p24"/>
                <p:cNvCxnSpPr/>
                <p:nvPr/>
              </p:nvCxnSpPr>
              <p:spPr>
                <a:xfrm>
                  <a:off x="7453338" y="918314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0" name="Google Shape;750;p24"/>
                <p:cNvCxnSpPr/>
                <p:nvPr/>
              </p:nvCxnSpPr>
              <p:spPr>
                <a:xfrm>
                  <a:off x="7453338" y="1019909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1" name="Google Shape;751;p24"/>
                <p:cNvCxnSpPr/>
                <p:nvPr/>
              </p:nvCxnSpPr>
              <p:spPr>
                <a:xfrm>
                  <a:off x="7453338" y="1121503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2" name="Google Shape;752;p24"/>
                <p:cNvCxnSpPr/>
                <p:nvPr/>
              </p:nvCxnSpPr>
              <p:spPr>
                <a:xfrm>
                  <a:off x="7453338" y="1223098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3" name="Google Shape;753;p24"/>
                <p:cNvCxnSpPr/>
                <p:nvPr/>
              </p:nvCxnSpPr>
              <p:spPr>
                <a:xfrm>
                  <a:off x="7453338" y="1324692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4" name="Google Shape;754;p24"/>
                <p:cNvCxnSpPr/>
                <p:nvPr/>
              </p:nvCxnSpPr>
              <p:spPr>
                <a:xfrm>
                  <a:off x="7453338" y="1426287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5" name="Google Shape;755;p24"/>
                <p:cNvCxnSpPr/>
                <p:nvPr/>
              </p:nvCxnSpPr>
              <p:spPr>
                <a:xfrm>
                  <a:off x="7453338" y="1527881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6" name="Google Shape;756;p24"/>
                <p:cNvCxnSpPr/>
                <p:nvPr/>
              </p:nvCxnSpPr>
              <p:spPr>
                <a:xfrm>
                  <a:off x="7453338" y="1629476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7" name="Google Shape;757;p24"/>
                <p:cNvCxnSpPr/>
                <p:nvPr/>
              </p:nvCxnSpPr>
              <p:spPr>
                <a:xfrm>
                  <a:off x="7453338" y="173107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8" name="Google Shape;758;p24"/>
                <p:cNvCxnSpPr/>
                <p:nvPr/>
              </p:nvCxnSpPr>
              <p:spPr>
                <a:xfrm>
                  <a:off x="7453338" y="1832665"/>
                  <a:ext cx="280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grpSp>
        <p:nvGrpSpPr>
          <p:cNvPr id="759" name="Google Shape;759;p24"/>
          <p:cNvGrpSpPr/>
          <p:nvPr/>
        </p:nvGrpSpPr>
        <p:grpSpPr>
          <a:xfrm>
            <a:off x="8430775" y="2122100"/>
            <a:ext cx="303300" cy="311400"/>
            <a:chOff x="2472975" y="971900"/>
            <a:chExt cx="303300" cy="311400"/>
          </a:xfrm>
        </p:grpSpPr>
        <p:sp>
          <p:nvSpPr>
            <p:cNvPr id="760" name="Google Shape;760;p24"/>
            <p:cNvSpPr/>
            <p:nvPr/>
          </p:nvSpPr>
          <p:spPr>
            <a:xfrm>
              <a:off x="2472975" y="971900"/>
              <a:ext cx="303300" cy="311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61" name="Google Shape;761;p24"/>
            <p:cNvSpPr/>
            <p:nvPr/>
          </p:nvSpPr>
          <p:spPr>
            <a:xfrm rot="5400000">
              <a:off x="2576925" y="1076500"/>
              <a:ext cx="118500" cy="1023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3" name="Google Shape;763;p25"/>
          <p:cNvGrpSpPr/>
          <p:nvPr/>
        </p:nvGrpSpPr>
        <p:grpSpPr>
          <a:xfrm>
            <a:off x="326250" y="4505375"/>
            <a:ext cx="8491500" cy="318625"/>
            <a:chOff x="326250" y="4505375"/>
            <a:chExt cx="8491500" cy="318625"/>
          </a:xfrm>
        </p:grpSpPr>
        <p:sp>
          <p:nvSpPr>
            <p:cNvPr id="764" name="Google Shape;764;p25"/>
            <p:cNvSpPr/>
            <p:nvPr/>
          </p:nvSpPr>
          <p:spPr>
            <a:xfrm>
              <a:off x="326250" y="4505400"/>
              <a:ext cx="8491500" cy="318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765" name="Google Shape;765;p25"/>
            <p:cNvGrpSpPr/>
            <p:nvPr/>
          </p:nvGrpSpPr>
          <p:grpSpPr>
            <a:xfrm>
              <a:off x="8361877" y="4505375"/>
              <a:ext cx="455613" cy="318598"/>
              <a:chOff x="8362100" y="4505388"/>
              <a:chExt cx="455613" cy="315913"/>
            </a:xfrm>
          </p:grpSpPr>
          <p:sp>
            <p:nvSpPr>
              <p:cNvPr id="766" name="Google Shape;766;p25"/>
              <p:cNvSpPr/>
              <p:nvPr/>
            </p:nvSpPr>
            <p:spPr>
              <a:xfrm>
                <a:off x="8362100" y="4505388"/>
                <a:ext cx="455613" cy="315913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32" extrusionOk="0">
                    <a:moveTo>
                      <a:pt x="0" y="132"/>
                    </a:moveTo>
                    <a:cubicBezTo>
                      <a:pt x="124" y="132"/>
                      <a:pt x="124" y="132"/>
                      <a:pt x="124" y="132"/>
                    </a:cubicBezTo>
                    <a:cubicBezTo>
                      <a:pt x="160" y="132"/>
                      <a:pt x="190" y="102"/>
                      <a:pt x="190" y="66"/>
                    </a:cubicBezTo>
                    <a:cubicBezTo>
                      <a:pt x="190" y="29"/>
                      <a:pt x="160" y="0"/>
                      <a:pt x="12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67" name="Google Shape;767;p25"/>
              <p:cNvGrpSpPr/>
              <p:nvPr/>
            </p:nvGrpSpPr>
            <p:grpSpPr>
              <a:xfrm>
                <a:off x="8477349" y="4595021"/>
                <a:ext cx="161419" cy="156795"/>
                <a:chOff x="10138900" y="2314588"/>
                <a:chExt cx="165101" cy="160338"/>
              </a:xfrm>
            </p:grpSpPr>
            <p:sp>
              <p:nvSpPr>
                <p:cNvPr id="768" name="Google Shape;768;p25"/>
                <p:cNvSpPr/>
                <p:nvPr/>
              </p:nvSpPr>
              <p:spPr>
                <a:xfrm>
                  <a:off x="10138900" y="2314588"/>
                  <a:ext cx="165100" cy="160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67" extrusionOk="0">
                      <a:moveTo>
                        <a:pt x="41" y="67"/>
                      </a:moveTo>
                      <a:cubicBezTo>
                        <a:pt x="41" y="67"/>
                        <a:pt x="41" y="67"/>
                        <a:pt x="41" y="67"/>
                      </a:cubicBezTo>
                      <a:cubicBezTo>
                        <a:pt x="40" y="67"/>
                        <a:pt x="40" y="67"/>
                        <a:pt x="40" y="66"/>
                      </a:cubicBezTo>
                      <a:cubicBezTo>
                        <a:pt x="33" y="34"/>
                        <a:pt x="33" y="34"/>
                        <a:pt x="33" y="34"/>
                      </a:cubicBezTo>
                      <a:cubicBezTo>
                        <a:pt x="1" y="25"/>
                        <a:pt x="1" y="25"/>
                        <a:pt x="1" y="25"/>
                      </a:cubicBezTo>
                      <a:cubicBezTo>
                        <a:pt x="0" y="25"/>
                        <a:pt x="0" y="25"/>
                        <a:pt x="0" y="24"/>
                      </a:cubicBezTo>
                      <a:cubicBezTo>
                        <a:pt x="0" y="24"/>
                        <a:pt x="0" y="23"/>
                        <a:pt x="1" y="23"/>
                      </a:cubicBezTo>
                      <a:cubicBezTo>
                        <a:pt x="68" y="0"/>
                        <a:pt x="68" y="0"/>
                        <a:pt x="68" y="0"/>
                      </a:cubicBezTo>
                      <a:cubicBezTo>
                        <a:pt x="68" y="0"/>
                        <a:pt x="69" y="0"/>
                        <a:pt x="69" y="0"/>
                      </a:cubicBezTo>
                      <a:cubicBezTo>
                        <a:pt x="69" y="1"/>
                        <a:pt x="69" y="1"/>
                        <a:pt x="69" y="2"/>
                      </a:cubicBezTo>
                      <a:cubicBezTo>
                        <a:pt x="42" y="67"/>
                        <a:pt x="42" y="67"/>
                        <a:pt x="42" y="67"/>
                      </a:cubicBezTo>
                      <a:cubicBezTo>
                        <a:pt x="42" y="67"/>
                        <a:pt x="41" y="67"/>
                        <a:pt x="41" y="67"/>
                      </a:cubicBezTo>
                      <a:close/>
                      <a:moveTo>
                        <a:pt x="5" y="24"/>
                      </a:moveTo>
                      <a:cubicBezTo>
                        <a:pt x="34" y="32"/>
                        <a:pt x="34" y="32"/>
                        <a:pt x="34" y="32"/>
                      </a:cubicBezTo>
                      <a:cubicBezTo>
                        <a:pt x="35" y="32"/>
                        <a:pt x="35" y="32"/>
                        <a:pt x="35" y="33"/>
                      </a:cubicBezTo>
                      <a:cubicBezTo>
                        <a:pt x="41" y="62"/>
                        <a:pt x="41" y="62"/>
                        <a:pt x="41" y="62"/>
                      </a:cubicBezTo>
                      <a:cubicBezTo>
                        <a:pt x="66" y="3"/>
                        <a:pt x="66" y="3"/>
                        <a:pt x="66" y="3"/>
                      </a:cubicBezTo>
                      <a:lnTo>
                        <a:pt x="5" y="2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9" name="Google Shape;769;p25"/>
                <p:cNvSpPr/>
                <p:nvPr/>
              </p:nvSpPr>
              <p:spPr>
                <a:xfrm>
                  <a:off x="10216688" y="2314588"/>
                  <a:ext cx="87313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" h="51" extrusionOk="0">
                      <a:moveTo>
                        <a:pt x="3" y="51"/>
                      </a:moveTo>
                      <a:lnTo>
                        <a:pt x="0" y="48"/>
                      </a:lnTo>
                      <a:lnTo>
                        <a:pt x="52" y="0"/>
                      </a:lnTo>
                      <a:lnTo>
                        <a:pt x="55" y="3"/>
                      </a:lnTo>
                      <a:lnTo>
                        <a:pt x="3" y="5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770" name="Google Shape;770;p25"/>
          <p:cNvSpPr/>
          <p:nvPr/>
        </p:nvSpPr>
        <p:spPr>
          <a:xfrm>
            <a:off x="326225" y="228100"/>
            <a:ext cx="303300" cy="3114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1" name="Google Shape;771;p25"/>
          <p:cNvSpPr/>
          <p:nvPr/>
        </p:nvSpPr>
        <p:spPr>
          <a:xfrm>
            <a:off x="752642" y="228100"/>
            <a:ext cx="303300" cy="3114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2" name="Google Shape;772;p25"/>
          <p:cNvSpPr/>
          <p:nvPr/>
        </p:nvSpPr>
        <p:spPr>
          <a:xfrm>
            <a:off x="1179059" y="228100"/>
            <a:ext cx="303300" cy="3114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3" name="Google Shape;773;p25"/>
          <p:cNvSpPr/>
          <p:nvPr/>
        </p:nvSpPr>
        <p:spPr>
          <a:xfrm>
            <a:off x="801842" y="281350"/>
            <a:ext cx="204900" cy="204900"/>
          </a:xfrm>
          <a:prstGeom prst="mathPlus">
            <a:avLst>
              <a:gd name="adj1" fmla="val 2352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4" name="Google Shape;774;p25"/>
          <p:cNvSpPr/>
          <p:nvPr/>
        </p:nvSpPr>
        <p:spPr>
          <a:xfrm>
            <a:off x="1245959" y="299200"/>
            <a:ext cx="169500" cy="169200"/>
          </a:xfrm>
          <a:prstGeom prst="flowChartMagneticTap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75" name="Google Shape;775;p25"/>
          <p:cNvGrpSpPr/>
          <p:nvPr/>
        </p:nvGrpSpPr>
        <p:grpSpPr>
          <a:xfrm>
            <a:off x="381693" y="299201"/>
            <a:ext cx="192347" cy="156850"/>
            <a:chOff x="2244725" y="192088"/>
            <a:chExt cx="7724774" cy="6299200"/>
          </a:xfrm>
        </p:grpSpPr>
        <p:sp>
          <p:nvSpPr>
            <p:cNvPr id="776" name="Google Shape;776;p25"/>
            <p:cNvSpPr/>
            <p:nvPr/>
          </p:nvSpPr>
          <p:spPr>
            <a:xfrm>
              <a:off x="2244725" y="192088"/>
              <a:ext cx="7724774" cy="2182813"/>
            </a:xfrm>
            <a:custGeom>
              <a:avLst/>
              <a:gdLst/>
              <a:ahLst/>
              <a:cxnLst/>
              <a:rect l="l" t="t" r="r" b="b"/>
              <a:pathLst>
                <a:path w="2050" h="579" extrusionOk="0">
                  <a:moveTo>
                    <a:pt x="0" y="500"/>
                  </a:moveTo>
                  <a:cubicBezTo>
                    <a:pt x="41" y="459"/>
                    <a:pt x="81" y="414"/>
                    <a:pt x="125" y="376"/>
                  </a:cubicBezTo>
                  <a:cubicBezTo>
                    <a:pt x="310" y="216"/>
                    <a:pt x="524" y="112"/>
                    <a:pt x="765" y="71"/>
                  </a:cubicBezTo>
                  <a:cubicBezTo>
                    <a:pt x="1179" y="0"/>
                    <a:pt x="1553" y="95"/>
                    <a:pt x="1883" y="355"/>
                  </a:cubicBezTo>
                  <a:cubicBezTo>
                    <a:pt x="1934" y="395"/>
                    <a:pt x="1980" y="442"/>
                    <a:pt x="2026" y="487"/>
                  </a:cubicBezTo>
                  <a:cubicBezTo>
                    <a:pt x="2050" y="510"/>
                    <a:pt x="2049" y="540"/>
                    <a:pt x="2028" y="560"/>
                  </a:cubicBezTo>
                  <a:cubicBezTo>
                    <a:pt x="2007" y="579"/>
                    <a:pt x="1979" y="576"/>
                    <a:pt x="1956" y="553"/>
                  </a:cubicBezTo>
                  <a:cubicBezTo>
                    <a:pt x="1953" y="550"/>
                    <a:pt x="1950" y="547"/>
                    <a:pt x="1948" y="544"/>
                  </a:cubicBezTo>
                  <a:cubicBezTo>
                    <a:pt x="1820" y="410"/>
                    <a:pt x="1670" y="307"/>
                    <a:pt x="1497" y="238"/>
                  </a:cubicBezTo>
                  <a:cubicBezTo>
                    <a:pt x="1007" y="42"/>
                    <a:pt x="462" y="158"/>
                    <a:pt x="93" y="538"/>
                  </a:cubicBezTo>
                  <a:cubicBezTo>
                    <a:pt x="57" y="574"/>
                    <a:pt x="28" y="571"/>
                    <a:pt x="0" y="528"/>
                  </a:cubicBezTo>
                  <a:cubicBezTo>
                    <a:pt x="0" y="519"/>
                    <a:pt x="0" y="510"/>
                    <a:pt x="0" y="5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25"/>
            <p:cNvSpPr/>
            <p:nvPr/>
          </p:nvSpPr>
          <p:spPr>
            <a:xfrm>
              <a:off x="3240088" y="1990726"/>
              <a:ext cx="5738812" cy="1576388"/>
            </a:xfrm>
            <a:custGeom>
              <a:avLst/>
              <a:gdLst/>
              <a:ahLst/>
              <a:cxnLst/>
              <a:rect l="l" t="t" r="r" b="b"/>
              <a:pathLst>
                <a:path w="1523" h="418" extrusionOk="0">
                  <a:moveTo>
                    <a:pt x="769" y="0"/>
                  </a:moveTo>
                  <a:cubicBezTo>
                    <a:pt x="1046" y="6"/>
                    <a:pt x="1294" y="113"/>
                    <a:pt x="1493" y="328"/>
                  </a:cubicBezTo>
                  <a:cubicBezTo>
                    <a:pt x="1523" y="360"/>
                    <a:pt x="1512" y="404"/>
                    <a:pt x="1473" y="413"/>
                  </a:cubicBezTo>
                  <a:cubicBezTo>
                    <a:pt x="1451" y="418"/>
                    <a:pt x="1435" y="408"/>
                    <a:pt x="1421" y="392"/>
                  </a:cubicBezTo>
                  <a:cubicBezTo>
                    <a:pt x="1372" y="338"/>
                    <a:pt x="1317" y="291"/>
                    <a:pt x="1257" y="251"/>
                  </a:cubicBezTo>
                  <a:cubicBezTo>
                    <a:pt x="890" y="6"/>
                    <a:pt x="403" y="59"/>
                    <a:pt x="98" y="377"/>
                  </a:cubicBezTo>
                  <a:cubicBezTo>
                    <a:pt x="89" y="387"/>
                    <a:pt x="78" y="397"/>
                    <a:pt x="65" y="402"/>
                  </a:cubicBezTo>
                  <a:cubicBezTo>
                    <a:pt x="45" y="409"/>
                    <a:pt x="23" y="399"/>
                    <a:pt x="12" y="381"/>
                  </a:cubicBezTo>
                  <a:cubicBezTo>
                    <a:pt x="0" y="362"/>
                    <a:pt x="1" y="339"/>
                    <a:pt x="19" y="322"/>
                  </a:cubicBezTo>
                  <a:cubicBezTo>
                    <a:pt x="55" y="287"/>
                    <a:pt x="90" y="251"/>
                    <a:pt x="130" y="219"/>
                  </a:cubicBezTo>
                  <a:cubicBezTo>
                    <a:pt x="312" y="75"/>
                    <a:pt x="521" y="3"/>
                    <a:pt x="7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25"/>
            <p:cNvSpPr/>
            <p:nvPr/>
          </p:nvSpPr>
          <p:spPr>
            <a:xfrm>
              <a:off x="4318000" y="3717926"/>
              <a:ext cx="3544888" cy="1138238"/>
            </a:xfrm>
            <a:custGeom>
              <a:avLst/>
              <a:gdLst/>
              <a:ahLst/>
              <a:cxnLst/>
              <a:rect l="l" t="t" r="r" b="b"/>
              <a:pathLst>
                <a:path w="941" h="302" extrusionOk="0">
                  <a:moveTo>
                    <a:pt x="485" y="0"/>
                  </a:moveTo>
                  <a:cubicBezTo>
                    <a:pt x="649" y="3"/>
                    <a:pt x="801" y="72"/>
                    <a:pt x="920" y="211"/>
                  </a:cubicBezTo>
                  <a:cubicBezTo>
                    <a:pt x="941" y="235"/>
                    <a:pt x="941" y="264"/>
                    <a:pt x="919" y="283"/>
                  </a:cubicBezTo>
                  <a:cubicBezTo>
                    <a:pt x="897" y="302"/>
                    <a:pt x="869" y="299"/>
                    <a:pt x="847" y="274"/>
                  </a:cubicBezTo>
                  <a:cubicBezTo>
                    <a:pt x="768" y="181"/>
                    <a:pt x="668" y="122"/>
                    <a:pt x="547" y="104"/>
                  </a:cubicBezTo>
                  <a:cubicBezTo>
                    <a:pt x="374" y="78"/>
                    <a:pt x="227" y="129"/>
                    <a:pt x="105" y="254"/>
                  </a:cubicBezTo>
                  <a:cubicBezTo>
                    <a:pt x="100" y="259"/>
                    <a:pt x="96" y="264"/>
                    <a:pt x="91" y="268"/>
                  </a:cubicBezTo>
                  <a:cubicBezTo>
                    <a:pt x="71" y="288"/>
                    <a:pt x="43" y="290"/>
                    <a:pt x="23" y="272"/>
                  </a:cubicBezTo>
                  <a:cubicBezTo>
                    <a:pt x="3" y="254"/>
                    <a:pt x="0" y="223"/>
                    <a:pt x="21" y="203"/>
                  </a:cubicBezTo>
                  <a:cubicBezTo>
                    <a:pt x="58" y="167"/>
                    <a:pt x="95" y="131"/>
                    <a:pt x="136" y="102"/>
                  </a:cubicBezTo>
                  <a:cubicBezTo>
                    <a:pt x="235" y="33"/>
                    <a:pt x="346" y="1"/>
                    <a:pt x="4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25"/>
            <p:cNvSpPr/>
            <p:nvPr/>
          </p:nvSpPr>
          <p:spPr>
            <a:xfrm>
              <a:off x="5429250" y="5157788"/>
              <a:ext cx="1330325" cy="1333500"/>
            </a:xfrm>
            <a:custGeom>
              <a:avLst/>
              <a:gdLst/>
              <a:ahLst/>
              <a:cxnLst/>
              <a:rect l="l" t="t" r="r" b="b"/>
              <a:pathLst>
                <a:path w="353" h="354" extrusionOk="0">
                  <a:moveTo>
                    <a:pt x="0" y="177"/>
                  </a:moveTo>
                  <a:cubicBezTo>
                    <a:pt x="0" y="79"/>
                    <a:pt x="79" y="0"/>
                    <a:pt x="178" y="0"/>
                  </a:cubicBezTo>
                  <a:cubicBezTo>
                    <a:pt x="275" y="1"/>
                    <a:pt x="353" y="79"/>
                    <a:pt x="353" y="177"/>
                  </a:cubicBezTo>
                  <a:cubicBezTo>
                    <a:pt x="353" y="276"/>
                    <a:pt x="274" y="354"/>
                    <a:pt x="176" y="354"/>
                  </a:cubicBezTo>
                  <a:cubicBezTo>
                    <a:pt x="78" y="353"/>
                    <a:pt x="0" y="275"/>
                    <a:pt x="0" y="177"/>
                  </a:cubicBezTo>
                  <a:close/>
                  <a:moveTo>
                    <a:pt x="97" y="177"/>
                  </a:moveTo>
                  <a:cubicBezTo>
                    <a:pt x="97" y="221"/>
                    <a:pt x="132" y="257"/>
                    <a:pt x="176" y="257"/>
                  </a:cubicBezTo>
                  <a:cubicBezTo>
                    <a:pt x="220" y="258"/>
                    <a:pt x="256" y="222"/>
                    <a:pt x="257" y="178"/>
                  </a:cubicBezTo>
                  <a:cubicBezTo>
                    <a:pt x="257" y="133"/>
                    <a:pt x="221" y="97"/>
                    <a:pt x="176" y="97"/>
                  </a:cubicBezTo>
                  <a:cubicBezTo>
                    <a:pt x="132" y="97"/>
                    <a:pt x="97" y="132"/>
                    <a:pt x="97" y="1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0" name="Google Shape;780;p25"/>
          <p:cNvGrpSpPr/>
          <p:nvPr/>
        </p:nvGrpSpPr>
        <p:grpSpPr>
          <a:xfrm>
            <a:off x="5934113" y="910213"/>
            <a:ext cx="2496663" cy="3323054"/>
            <a:chOff x="5934113" y="910213"/>
            <a:chExt cx="2496663" cy="3323054"/>
          </a:xfrm>
        </p:grpSpPr>
        <p:grpSp>
          <p:nvGrpSpPr>
            <p:cNvPr id="781" name="Google Shape;781;p25"/>
            <p:cNvGrpSpPr/>
            <p:nvPr/>
          </p:nvGrpSpPr>
          <p:grpSpPr>
            <a:xfrm flipH="1">
              <a:off x="6886138" y="2350075"/>
              <a:ext cx="1544638" cy="528638"/>
              <a:chOff x="713213" y="1004650"/>
              <a:chExt cx="1544638" cy="528638"/>
            </a:xfrm>
          </p:grpSpPr>
          <p:sp>
            <p:nvSpPr>
              <p:cNvPr id="782" name="Google Shape;782;p25"/>
              <p:cNvSpPr/>
              <p:nvPr/>
            </p:nvSpPr>
            <p:spPr>
              <a:xfrm flipH="1">
                <a:off x="713213" y="1004650"/>
                <a:ext cx="1544638" cy="528638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21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97"/>
                      <a:pt x="12" y="208"/>
                      <a:pt x="26" y="208"/>
                    </a:cubicBezTo>
                    <a:cubicBezTo>
                      <a:pt x="588" y="208"/>
                      <a:pt x="588" y="208"/>
                      <a:pt x="588" y="208"/>
                    </a:cubicBezTo>
                    <a:cubicBezTo>
                      <a:pt x="589" y="212"/>
                      <a:pt x="591" y="215"/>
                      <a:pt x="594" y="218"/>
                    </a:cubicBezTo>
                    <a:cubicBezTo>
                      <a:pt x="597" y="220"/>
                      <a:pt x="601" y="221"/>
                      <a:pt x="604" y="221"/>
                    </a:cubicBezTo>
                    <a:cubicBezTo>
                      <a:pt x="605" y="221"/>
                      <a:pt x="605" y="221"/>
                      <a:pt x="606" y="221"/>
                    </a:cubicBezTo>
                    <a:cubicBezTo>
                      <a:pt x="606" y="221"/>
                      <a:pt x="606" y="221"/>
                      <a:pt x="606" y="221"/>
                    </a:cubicBezTo>
                    <a:cubicBezTo>
                      <a:pt x="606" y="220"/>
                      <a:pt x="606" y="220"/>
                      <a:pt x="606" y="220"/>
                    </a:cubicBezTo>
                    <a:cubicBezTo>
                      <a:pt x="604" y="217"/>
                      <a:pt x="604" y="212"/>
                      <a:pt x="604" y="208"/>
                    </a:cubicBezTo>
                    <a:cubicBezTo>
                      <a:pt x="620" y="208"/>
                      <a:pt x="620" y="208"/>
                      <a:pt x="620" y="208"/>
                    </a:cubicBezTo>
                    <a:cubicBezTo>
                      <a:pt x="634" y="208"/>
                      <a:pt x="646" y="197"/>
                      <a:pt x="646" y="183"/>
                    </a:cubicBezTo>
                    <a:cubicBezTo>
                      <a:pt x="646" y="26"/>
                      <a:pt x="646" y="26"/>
                      <a:pt x="646" y="26"/>
                    </a:cubicBezTo>
                    <a:cubicBezTo>
                      <a:pt x="646" y="12"/>
                      <a:pt x="634" y="0"/>
                      <a:pt x="620" y="0"/>
                    </a:cubicBezTo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3" name="Google Shape;783;p25"/>
              <p:cNvGrpSpPr/>
              <p:nvPr/>
            </p:nvGrpSpPr>
            <p:grpSpPr>
              <a:xfrm>
                <a:off x="842638" y="1142757"/>
                <a:ext cx="1285800" cy="204775"/>
                <a:chOff x="5848350" y="2788450"/>
                <a:chExt cx="1285800" cy="204775"/>
              </a:xfrm>
            </p:grpSpPr>
            <p:cxnSp>
              <p:nvCxnSpPr>
                <p:cNvPr id="784" name="Google Shape;784;p25"/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5" name="Google Shape;785;p25"/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6" name="Google Shape;786;p25"/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87" name="Google Shape;787;p25"/>
            <p:cNvGrpSpPr/>
            <p:nvPr/>
          </p:nvGrpSpPr>
          <p:grpSpPr>
            <a:xfrm>
              <a:off x="5934113" y="3076400"/>
              <a:ext cx="1544638" cy="528638"/>
              <a:chOff x="5728088" y="2646488"/>
              <a:chExt cx="1544638" cy="528638"/>
            </a:xfrm>
          </p:grpSpPr>
          <p:sp>
            <p:nvSpPr>
              <p:cNvPr id="788" name="Google Shape;788;p25"/>
              <p:cNvSpPr/>
              <p:nvPr/>
            </p:nvSpPr>
            <p:spPr>
              <a:xfrm flipH="1">
                <a:off x="5728088" y="2646488"/>
                <a:ext cx="1544638" cy="528638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21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97"/>
                      <a:pt x="12" y="208"/>
                      <a:pt x="26" y="208"/>
                    </a:cubicBezTo>
                    <a:cubicBezTo>
                      <a:pt x="588" y="208"/>
                      <a:pt x="588" y="208"/>
                      <a:pt x="588" y="208"/>
                    </a:cubicBezTo>
                    <a:cubicBezTo>
                      <a:pt x="589" y="212"/>
                      <a:pt x="591" y="215"/>
                      <a:pt x="594" y="218"/>
                    </a:cubicBezTo>
                    <a:cubicBezTo>
                      <a:pt x="597" y="220"/>
                      <a:pt x="601" y="221"/>
                      <a:pt x="604" y="221"/>
                    </a:cubicBezTo>
                    <a:cubicBezTo>
                      <a:pt x="605" y="221"/>
                      <a:pt x="605" y="221"/>
                      <a:pt x="606" y="221"/>
                    </a:cubicBezTo>
                    <a:cubicBezTo>
                      <a:pt x="606" y="221"/>
                      <a:pt x="606" y="221"/>
                      <a:pt x="606" y="221"/>
                    </a:cubicBezTo>
                    <a:cubicBezTo>
                      <a:pt x="606" y="220"/>
                      <a:pt x="606" y="220"/>
                      <a:pt x="606" y="220"/>
                    </a:cubicBezTo>
                    <a:cubicBezTo>
                      <a:pt x="604" y="217"/>
                      <a:pt x="604" y="212"/>
                      <a:pt x="604" y="208"/>
                    </a:cubicBezTo>
                    <a:cubicBezTo>
                      <a:pt x="620" y="208"/>
                      <a:pt x="620" y="208"/>
                      <a:pt x="620" y="208"/>
                    </a:cubicBezTo>
                    <a:cubicBezTo>
                      <a:pt x="634" y="208"/>
                      <a:pt x="646" y="197"/>
                      <a:pt x="646" y="183"/>
                    </a:cubicBezTo>
                    <a:cubicBezTo>
                      <a:pt x="646" y="26"/>
                      <a:pt x="646" y="26"/>
                      <a:pt x="646" y="26"/>
                    </a:cubicBezTo>
                    <a:cubicBezTo>
                      <a:pt x="646" y="12"/>
                      <a:pt x="634" y="0"/>
                      <a:pt x="620" y="0"/>
                    </a:cubicBez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9" name="Google Shape;789;p25"/>
              <p:cNvGrpSpPr/>
              <p:nvPr/>
            </p:nvGrpSpPr>
            <p:grpSpPr>
              <a:xfrm>
                <a:off x="5857513" y="2784594"/>
                <a:ext cx="1285800" cy="204775"/>
                <a:chOff x="5848350" y="2788450"/>
                <a:chExt cx="1285800" cy="204775"/>
              </a:xfrm>
            </p:grpSpPr>
            <p:cxnSp>
              <p:nvCxnSpPr>
                <p:cNvPr id="790" name="Google Shape;790;p25"/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1" name="Google Shape;791;p25"/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2" name="Google Shape;792;p25"/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93" name="Google Shape;793;p25"/>
            <p:cNvGrpSpPr/>
            <p:nvPr/>
          </p:nvGrpSpPr>
          <p:grpSpPr>
            <a:xfrm>
              <a:off x="7335850" y="3802717"/>
              <a:ext cx="1094925" cy="430550"/>
              <a:chOff x="1862850" y="1718717"/>
              <a:chExt cx="1094925" cy="430550"/>
            </a:xfrm>
          </p:grpSpPr>
          <p:sp>
            <p:nvSpPr>
              <p:cNvPr id="794" name="Google Shape;794;p25"/>
              <p:cNvSpPr/>
              <p:nvPr/>
            </p:nvSpPr>
            <p:spPr>
              <a:xfrm flipH="1">
                <a:off x="1862850" y="1718717"/>
                <a:ext cx="1094925" cy="430550"/>
              </a:xfrm>
              <a:custGeom>
                <a:avLst/>
                <a:gdLst/>
                <a:ahLst/>
                <a:cxnLst/>
                <a:rect l="l" t="t" r="r" b="b"/>
                <a:pathLst>
                  <a:path w="333" h="131" extrusionOk="0">
                    <a:moveTo>
                      <a:pt x="309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1"/>
                      <a:pt x="0" y="23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0" y="108"/>
                      <a:pt x="10" y="118"/>
                      <a:pt x="23" y="118"/>
                    </a:cubicBezTo>
                    <a:cubicBezTo>
                      <a:pt x="34" y="118"/>
                      <a:pt x="34" y="118"/>
                      <a:pt x="34" y="118"/>
                    </a:cubicBezTo>
                    <a:cubicBezTo>
                      <a:pt x="34" y="122"/>
                      <a:pt x="34" y="126"/>
                      <a:pt x="32" y="130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33" y="131"/>
                      <a:pt x="33" y="131"/>
                      <a:pt x="34" y="131"/>
                    </a:cubicBezTo>
                    <a:cubicBezTo>
                      <a:pt x="37" y="131"/>
                      <a:pt x="41" y="130"/>
                      <a:pt x="44" y="127"/>
                    </a:cubicBezTo>
                    <a:cubicBezTo>
                      <a:pt x="47" y="125"/>
                      <a:pt x="49" y="122"/>
                      <a:pt x="50" y="118"/>
                    </a:cubicBezTo>
                    <a:cubicBezTo>
                      <a:pt x="309" y="118"/>
                      <a:pt x="309" y="118"/>
                      <a:pt x="309" y="118"/>
                    </a:cubicBezTo>
                    <a:cubicBezTo>
                      <a:pt x="322" y="118"/>
                      <a:pt x="333" y="108"/>
                      <a:pt x="333" y="95"/>
                    </a:cubicBezTo>
                    <a:cubicBezTo>
                      <a:pt x="333" y="23"/>
                      <a:pt x="333" y="23"/>
                      <a:pt x="333" y="23"/>
                    </a:cubicBezTo>
                    <a:cubicBezTo>
                      <a:pt x="333" y="11"/>
                      <a:pt x="322" y="0"/>
                      <a:pt x="309" y="0"/>
                    </a:cubicBez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95" name="Google Shape;795;p25"/>
              <p:cNvGrpSpPr/>
              <p:nvPr/>
            </p:nvGrpSpPr>
            <p:grpSpPr>
              <a:xfrm>
                <a:off x="1978095" y="1808221"/>
                <a:ext cx="877866" cy="203169"/>
                <a:chOff x="2181677" y="2165344"/>
                <a:chExt cx="674400" cy="203189"/>
              </a:xfrm>
            </p:grpSpPr>
            <p:cxnSp>
              <p:nvCxnSpPr>
                <p:cNvPr id="796" name="Google Shape;796;p25"/>
                <p:cNvCxnSpPr/>
                <p:nvPr/>
              </p:nvCxnSpPr>
              <p:spPr>
                <a:xfrm>
                  <a:off x="2181677" y="2165344"/>
                  <a:ext cx="67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7" name="Google Shape;797;p25"/>
                <p:cNvCxnSpPr/>
                <p:nvPr/>
              </p:nvCxnSpPr>
              <p:spPr>
                <a:xfrm>
                  <a:off x="2181677" y="2266938"/>
                  <a:ext cx="67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8" name="Google Shape;798;p25"/>
                <p:cNvCxnSpPr/>
                <p:nvPr/>
              </p:nvCxnSpPr>
              <p:spPr>
                <a:xfrm>
                  <a:off x="2181677" y="2368533"/>
                  <a:ext cx="20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99" name="Google Shape;799;p25"/>
            <p:cNvGrpSpPr/>
            <p:nvPr/>
          </p:nvGrpSpPr>
          <p:grpSpPr>
            <a:xfrm>
              <a:off x="5934126" y="910213"/>
              <a:ext cx="879475" cy="1439864"/>
              <a:chOff x="704550" y="2022613"/>
              <a:chExt cx="879475" cy="1439864"/>
            </a:xfrm>
          </p:grpSpPr>
          <p:sp>
            <p:nvSpPr>
              <p:cNvPr id="800" name="Google Shape;800;p25"/>
              <p:cNvSpPr/>
              <p:nvPr/>
            </p:nvSpPr>
            <p:spPr>
              <a:xfrm flipH="1">
                <a:off x="704551" y="2022613"/>
                <a:ext cx="879475" cy="1439864"/>
              </a:xfrm>
              <a:custGeom>
                <a:avLst/>
                <a:gdLst/>
                <a:ahLst/>
                <a:cxnLst/>
                <a:rect l="l" t="t" r="r" b="b"/>
                <a:pathLst>
                  <a:path w="368" h="602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563"/>
                      <a:pt x="0" y="563"/>
                      <a:pt x="0" y="563"/>
                    </a:cubicBezTo>
                    <a:cubicBezTo>
                      <a:pt x="0" y="577"/>
                      <a:pt x="12" y="589"/>
                      <a:pt x="26" y="589"/>
                    </a:cubicBezTo>
                    <a:cubicBezTo>
                      <a:pt x="310" y="589"/>
                      <a:pt x="310" y="589"/>
                      <a:pt x="310" y="589"/>
                    </a:cubicBezTo>
                    <a:cubicBezTo>
                      <a:pt x="310" y="592"/>
                      <a:pt x="313" y="596"/>
                      <a:pt x="315" y="598"/>
                    </a:cubicBezTo>
                    <a:cubicBezTo>
                      <a:pt x="318" y="600"/>
                      <a:pt x="322" y="602"/>
                      <a:pt x="326" y="602"/>
                    </a:cubicBezTo>
                    <a:cubicBezTo>
                      <a:pt x="327" y="602"/>
                      <a:pt x="327" y="602"/>
                      <a:pt x="327" y="602"/>
                    </a:cubicBezTo>
                    <a:cubicBezTo>
                      <a:pt x="328" y="602"/>
                      <a:pt x="328" y="602"/>
                      <a:pt x="328" y="602"/>
                    </a:cubicBezTo>
                    <a:cubicBezTo>
                      <a:pt x="328" y="601"/>
                      <a:pt x="328" y="601"/>
                      <a:pt x="328" y="601"/>
                    </a:cubicBezTo>
                    <a:cubicBezTo>
                      <a:pt x="326" y="597"/>
                      <a:pt x="326" y="593"/>
                      <a:pt x="326" y="589"/>
                    </a:cubicBezTo>
                    <a:cubicBezTo>
                      <a:pt x="342" y="589"/>
                      <a:pt x="342" y="589"/>
                      <a:pt x="342" y="589"/>
                    </a:cubicBezTo>
                    <a:cubicBezTo>
                      <a:pt x="356" y="589"/>
                      <a:pt x="368" y="577"/>
                      <a:pt x="368" y="563"/>
                    </a:cubicBezTo>
                    <a:cubicBezTo>
                      <a:pt x="368" y="25"/>
                      <a:pt x="368" y="25"/>
                      <a:pt x="368" y="25"/>
                    </a:cubicBezTo>
                    <a:cubicBezTo>
                      <a:pt x="368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01" name="Google Shape;801;p25"/>
              <p:cNvGrpSpPr/>
              <p:nvPr/>
            </p:nvGrpSpPr>
            <p:grpSpPr>
              <a:xfrm>
                <a:off x="839488" y="2182413"/>
                <a:ext cx="609600" cy="1117540"/>
                <a:chOff x="7453338" y="715125"/>
                <a:chExt cx="609600" cy="1117540"/>
              </a:xfrm>
            </p:grpSpPr>
            <p:cxnSp>
              <p:nvCxnSpPr>
                <p:cNvPr id="802" name="Google Shape;802;p25"/>
                <p:cNvCxnSpPr/>
                <p:nvPr/>
              </p:nvCxnSpPr>
              <p:spPr>
                <a:xfrm>
                  <a:off x="7453338" y="715125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3" name="Google Shape;803;p25"/>
                <p:cNvCxnSpPr/>
                <p:nvPr/>
              </p:nvCxnSpPr>
              <p:spPr>
                <a:xfrm>
                  <a:off x="7453338" y="81672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4" name="Google Shape;804;p25"/>
                <p:cNvCxnSpPr/>
                <p:nvPr/>
              </p:nvCxnSpPr>
              <p:spPr>
                <a:xfrm>
                  <a:off x="7453338" y="918314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5" name="Google Shape;805;p25"/>
                <p:cNvCxnSpPr/>
                <p:nvPr/>
              </p:nvCxnSpPr>
              <p:spPr>
                <a:xfrm>
                  <a:off x="7453338" y="1019909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6" name="Google Shape;806;p25"/>
                <p:cNvCxnSpPr/>
                <p:nvPr/>
              </p:nvCxnSpPr>
              <p:spPr>
                <a:xfrm>
                  <a:off x="7453338" y="1121503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7" name="Google Shape;807;p25"/>
                <p:cNvCxnSpPr/>
                <p:nvPr/>
              </p:nvCxnSpPr>
              <p:spPr>
                <a:xfrm>
                  <a:off x="7453338" y="1223098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8" name="Google Shape;808;p25"/>
                <p:cNvCxnSpPr/>
                <p:nvPr/>
              </p:nvCxnSpPr>
              <p:spPr>
                <a:xfrm>
                  <a:off x="7453338" y="1324692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9" name="Google Shape;809;p25"/>
                <p:cNvCxnSpPr/>
                <p:nvPr/>
              </p:nvCxnSpPr>
              <p:spPr>
                <a:xfrm>
                  <a:off x="7453338" y="1426287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0" name="Google Shape;810;p25"/>
                <p:cNvCxnSpPr/>
                <p:nvPr/>
              </p:nvCxnSpPr>
              <p:spPr>
                <a:xfrm>
                  <a:off x="7453338" y="1527881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1" name="Google Shape;811;p25"/>
                <p:cNvCxnSpPr/>
                <p:nvPr/>
              </p:nvCxnSpPr>
              <p:spPr>
                <a:xfrm>
                  <a:off x="7453338" y="1629476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2" name="Google Shape;812;p25"/>
                <p:cNvCxnSpPr/>
                <p:nvPr/>
              </p:nvCxnSpPr>
              <p:spPr>
                <a:xfrm>
                  <a:off x="7453338" y="173107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3" name="Google Shape;813;p25"/>
                <p:cNvCxnSpPr/>
                <p:nvPr/>
              </p:nvCxnSpPr>
              <p:spPr>
                <a:xfrm>
                  <a:off x="7453338" y="1832665"/>
                  <a:ext cx="280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ela Gothic One"/>
              <a:buNone/>
              <a:defRPr sz="26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 b="1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 b="1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 b="1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 b="1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 b="1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 b="1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 b="1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 b="1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6" r:id="rId6"/>
    <p:sldLayoutId id="2147483658" r:id="rId7"/>
    <p:sldLayoutId id="2147483669" r:id="rId8"/>
    <p:sldLayoutId id="2147483670" r:id="rId9"/>
    <p:sldLayoutId id="214748367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9"/>
          <p:cNvSpPr txBox="1">
            <a:spLocks noGrp="1"/>
          </p:cNvSpPr>
          <p:nvPr>
            <p:ph type="ctrTitle"/>
          </p:nvPr>
        </p:nvSpPr>
        <p:spPr>
          <a:xfrm>
            <a:off x="349406" y="1228614"/>
            <a:ext cx="8055196" cy="14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600" dirty="0" err="1"/>
              <a:t>LearnMate</a:t>
            </a:r>
            <a:r>
              <a:rPr lang="en-US" sz="3600" dirty="0"/>
              <a:t> AI - </a:t>
            </a:r>
            <a:br>
              <a:rPr lang="en-US" sz="3600" dirty="0"/>
            </a:br>
            <a:r>
              <a:rPr lang="en-US" sz="2400" dirty="0"/>
              <a:t>Your Intelligent Study Partner</a:t>
            </a:r>
            <a:endParaRPr sz="3600" dirty="0"/>
          </a:p>
        </p:txBody>
      </p:sp>
      <p:grpSp>
        <p:nvGrpSpPr>
          <p:cNvPr id="826" name="Google Shape;826;p29"/>
          <p:cNvGrpSpPr/>
          <p:nvPr/>
        </p:nvGrpSpPr>
        <p:grpSpPr>
          <a:xfrm>
            <a:off x="5832488" y="765713"/>
            <a:ext cx="2598275" cy="3568950"/>
            <a:chOff x="5832488" y="765713"/>
            <a:chExt cx="2598275" cy="3568950"/>
          </a:xfrm>
        </p:grpSpPr>
        <p:grpSp>
          <p:nvGrpSpPr>
            <p:cNvPr id="827" name="Google Shape;827;p29"/>
            <p:cNvGrpSpPr/>
            <p:nvPr/>
          </p:nvGrpSpPr>
          <p:grpSpPr>
            <a:xfrm>
              <a:off x="7552875" y="3864763"/>
              <a:ext cx="877888" cy="469900"/>
              <a:chOff x="7552875" y="3864763"/>
              <a:chExt cx="877888" cy="469900"/>
            </a:xfrm>
          </p:grpSpPr>
          <p:sp>
            <p:nvSpPr>
              <p:cNvPr id="828" name="Google Shape;828;p29"/>
              <p:cNvSpPr/>
              <p:nvPr/>
            </p:nvSpPr>
            <p:spPr>
              <a:xfrm>
                <a:off x="7552875" y="3864763"/>
                <a:ext cx="877888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97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2" y="184"/>
                      <a:pt x="26" y="184"/>
                    </a:cubicBezTo>
                    <a:cubicBezTo>
                      <a:pt x="309" y="184"/>
                      <a:pt x="309" y="184"/>
                      <a:pt x="309" y="184"/>
                    </a:cubicBezTo>
                    <a:cubicBezTo>
                      <a:pt x="310" y="187"/>
                      <a:pt x="312" y="191"/>
                      <a:pt x="315" y="193"/>
                    </a:cubicBezTo>
                    <a:cubicBezTo>
                      <a:pt x="318" y="196"/>
                      <a:pt x="322" y="197"/>
                      <a:pt x="326" y="197"/>
                    </a:cubicBezTo>
                    <a:cubicBezTo>
                      <a:pt x="326" y="197"/>
                      <a:pt x="327" y="197"/>
                      <a:pt x="327" y="197"/>
                    </a:cubicBezTo>
                    <a:cubicBezTo>
                      <a:pt x="328" y="197"/>
                      <a:pt x="328" y="197"/>
                      <a:pt x="328" y="197"/>
                    </a:cubicBezTo>
                    <a:cubicBezTo>
                      <a:pt x="328" y="196"/>
                      <a:pt x="328" y="196"/>
                      <a:pt x="328" y="196"/>
                    </a:cubicBezTo>
                    <a:cubicBezTo>
                      <a:pt x="326" y="192"/>
                      <a:pt x="325" y="188"/>
                      <a:pt x="326" y="184"/>
                    </a:cubicBezTo>
                    <a:cubicBezTo>
                      <a:pt x="342" y="184"/>
                      <a:pt x="342" y="184"/>
                      <a:pt x="342" y="184"/>
                    </a:cubicBezTo>
                    <a:cubicBezTo>
                      <a:pt x="356" y="184"/>
                      <a:pt x="367" y="172"/>
                      <a:pt x="367" y="158"/>
                    </a:cubicBezTo>
                    <a:cubicBezTo>
                      <a:pt x="367" y="25"/>
                      <a:pt x="367" y="25"/>
                      <a:pt x="367" y="25"/>
                    </a:cubicBezTo>
                    <a:cubicBezTo>
                      <a:pt x="367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29" name="Google Shape;829;p29"/>
              <p:cNvGrpSpPr/>
              <p:nvPr/>
            </p:nvGrpSpPr>
            <p:grpSpPr>
              <a:xfrm>
                <a:off x="7661171" y="3979575"/>
                <a:ext cx="667073" cy="204775"/>
                <a:chOff x="5848350" y="2788450"/>
                <a:chExt cx="1285800" cy="204775"/>
              </a:xfrm>
            </p:grpSpPr>
            <p:cxnSp>
              <p:nvCxnSpPr>
                <p:cNvPr id="830" name="Google Shape;830;p29"/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31" name="Google Shape;831;p29"/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32" name="Google Shape;832;p29"/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833" name="Google Shape;833;p29"/>
            <p:cNvGrpSpPr/>
            <p:nvPr/>
          </p:nvGrpSpPr>
          <p:grpSpPr>
            <a:xfrm>
              <a:off x="5832488" y="2799813"/>
              <a:ext cx="1544638" cy="528638"/>
              <a:chOff x="5832488" y="2799813"/>
              <a:chExt cx="1544638" cy="528638"/>
            </a:xfrm>
          </p:grpSpPr>
          <p:sp>
            <p:nvSpPr>
              <p:cNvPr id="834" name="Google Shape;834;p29"/>
              <p:cNvSpPr/>
              <p:nvPr/>
            </p:nvSpPr>
            <p:spPr>
              <a:xfrm flipH="1">
                <a:off x="5832488" y="2799813"/>
                <a:ext cx="1544638" cy="528638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21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97"/>
                      <a:pt x="12" y="208"/>
                      <a:pt x="26" y="208"/>
                    </a:cubicBezTo>
                    <a:cubicBezTo>
                      <a:pt x="588" y="208"/>
                      <a:pt x="588" y="208"/>
                      <a:pt x="588" y="208"/>
                    </a:cubicBezTo>
                    <a:cubicBezTo>
                      <a:pt x="589" y="212"/>
                      <a:pt x="591" y="215"/>
                      <a:pt x="594" y="218"/>
                    </a:cubicBezTo>
                    <a:cubicBezTo>
                      <a:pt x="597" y="220"/>
                      <a:pt x="601" y="221"/>
                      <a:pt x="604" y="221"/>
                    </a:cubicBezTo>
                    <a:cubicBezTo>
                      <a:pt x="605" y="221"/>
                      <a:pt x="605" y="221"/>
                      <a:pt x="606" y="221"/>
                    </a:cubicBezTo>
                    <a:cubicBezTo>
                      <a:pt x="606" y="221"/>
                      <a:pt x="606" y="221"/>
                      <a:pt x="606" y="221"/>
                    </a:cubicBezTo>
                    <a:cubicBezTo>
                      <a:pt x="606" y="220"/>
                      <a:pt x="606" y="220"/>
                      <a:pt x="606" y="220"/>
                    </a:cubicBezTo>
                    <a:cubicBezTo>
                      <a:pt x="604" y="217"/>
                      <a:pt x="604" y="212"/>
                      <a:pt x="604" y="208"/>
                    </a:cubicBezTo>
                    <a:cubicBezTo>
                      <a:pt x="620" y="208"/>
                      <a:pt x="620" y="208"/>
                      <a:pt x="620" y="208"/>
                    </a:cubicBezTo>
                    <a:cubicBezTo>
                      <a:pt x="634" y="208"/>
                      <a:pt x="646" y="197"/>
                      <a:pt x="646" y="183"/>
                    </a:cubicBezTo>
                    <a:cubicBezTo>
                      <a:pt x="646" y="26"/>
                      <a:pt x="646" y="26"/>
                      <a:pt x="646" y="26"/>
                    </a:cubicBezTo>
                    <a:cubicBezTo>
                      <a:pt x="646" y="12"/>
                      <a:pt x="634" y="0"/>
                      <a:pt x="620" y="0"/>
                    </a:cubicBezTo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5" name="Google Shape;835;p29"/>
              <p:cNvGrpSpPr/>
              <p:nvPr/>
            </p:nvGrpSpPr>
            <p:grpSpPr>
              <a:xfrm>
                <a:off x="5961913" y="2937919"/>
                <a:ext cx="1285800" cy="204775"/>
                <a:chOff x="5848350" y="2788450"/>
                <a:chExt cx="1285800" cy="204775"/>
              </a:xfrm>
            </p:grpSpPr>
            <p:cxnSp>
              <p:nvCxnSpPr>
                <p:cNvPr id="836" name="Google Shape;836;p29"/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37" name="Google Shape;837;p29"/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38" name="Google Shape;838;p29"/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839" name="Google Shape;839;p29"/>
            <p:cNvGrpSpPr/>
            <p:nvPr/>
          </p:nvGrpSpPr>
          <p:grpSpPr>
            <a:xfrm>
              <a:off x="7552875" y="765713"/>
              <a:ext cx="877888" cy="1947862"/>
              <a:chOff x="7552875" y="765713"/>
              <a:chExt cx="877888" cy="1947862"/>
            </a:xfrm>
          </p:grpSpPr>
          <p:sp>
            <p:nvSpPr>
              <p:cNvPr id="840" name="Google Shape;840;p29"/>
              <p:cNvSpPr/>
              <p:nvPr/>
            </p:nvSpPr>
            <p:spPr>
              <a:xfrm>
                <a:off x="7552875" y="765713"/>
                <a:ext cx="877888" cy="1947862"/>
              </a:xfrm>
              <a:custGeom>
                <a:avLst/>
                <a:gdLst/>
                <a:ahLst/>
                <a:cxnLst/>
                <a:rect l="l" t="t" r="r" b="b"/>
                <a:pathLst>
                  <a:path w="367" h="815" extrusionOk="0">
                    <a:moveTo>
                      <a:pt x="342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4"/>
                      <a:pt x="0" y="28"/>
                    </a:cubicBezTo>
                    <a:cubicBezTo>
                      <a:pt x="0" y="777"/>
                      <a:pt x="0" y="777"/>
                      <a:pt x="0" y="777"/>
                    </a:cubicBezTo>
                    <a:cubicBezTo>
                      <a:pt x="0" y="791"/>
                      <a:pt x="11" y="802"/>
                      <a:pt x="25" y="802"/>
                    </a:cubicBezTo>
                    <a:cubicBezTo>
                      <a:pt x="309" y="802"/>
                      <a:pt x="309" y="802"/>
                      <a:pt x="309" y="802"/>
                    </a:cubicBezTo>
                    <a:cubicBezTo>
                      <a:pt x="310" y="806"/>
                      <a:pt x="312" y="809"/>
                      <a:pt x="315" y="811"/>
                    </a:cubicBezTo>
                    <a:cubicBezTo>
                      <a:pt x="318" y="814"/>
                      <a:pt x="322" y="815"/>
                      <a:pt x="326" y="815"/>
                    </a:cubicBezTo>
                    <a:cubicBezTo>
                      <a:pt x="326" y="815"/>
                      <a:pt x="327" y="815"/>
                      <a:pt x="327" y="815"/>
                    </a:cubicBezTo>
                    <a:cubicBezTo>
                      <a:pt x="328" y="815"/>
                      <a:pt x="328" y="815"/>
                      <a:pt x="328" y="815"/>
                    </a:cubicBezTo>
                    <a:cubicBezTo>
                      <a:pt x="328" y="814"/>
                      <a:pt x="328" y="814"/>
                      <a:pt x="328" y="814"/>
                    </a:cubicBezTo>
                    <a:cubicBezTo>
                      <a:pt x="326" y="810"/>
                      <a:pt x="325" y="806"/>
                      <a:pt x="326" y="802"/>
                    </a:cubicBezTo>
                    <a:cubicBezTo>
                      <a:pt x="342" y="802"/>
                      <a:pt x="342" y="802"/>
                      <a:pt x="342" y="802"/>
                    </a:cubicBezTo>
                    <a:cubicBezTo>
                      <a:pt x="356" y="802"/>
                      <a:pt x="367" y="791"/>
                      <a:pt x="367" y="777"/>
                    </a:cubicBezTo>
                    <a:cubicBezTo>
                      <a:pt x="367" y="25"/>
                      <a:pt x="367" y="25"/>
                      <a:pt x="367" y="25"/>
                    </a:cubicBezTo>
                    <a:cubicBezTo>
                      <a:pt x="367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29"/>
              <p:cNvGrpSpPr/>
              <p:nvPr/>
            </p:nvGrpSpPr>
            <p:grpSpPr>
              <a:xfrm>
                <a:off x="7679138" y="903750"/>
                <a:ext cx="609600" cy="1625513"/>
                <a:chOff x="7453338" y="715125"/>
                <a:chExt cx="609600" cy="1625513"/>
              </a:xfrm>
            </p:grpSpPr>
            <p:cxnSp>
              <p:nvCxnSpPr>
                <p:cNvPr id="842" name="Google Shape;842;p29"/>
                <p:cNvCxnSpPr/>
                <p:nvPr/>
              </p:nvCxnSpPr>
              <p:spPr>
                <a:xfrm>
                  <a:off x="7453338" y="715125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3" name="Google Shape;843;p29"/>
                <p:cNvCxnSpPr/>
                <p:nvPr/>
              </p:nvCxnSpPr>
              <p:spPr>
                <a:xfrm>
                  <a:off x="7453338" y="81672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4" name="Google Shape;844;p29"/>
                <p:cNvCxnSpPr/>
                <p:nvPr/>
              </p:nvCxnSpPr>
              <p:spPr>
                <a:xfrm>
                  <a:off x="7453338" y="918314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5" name="Google Shape;845;p29"/>
                <p:cNvCxnSpPr/>
                <p:nvPr/>
              </p:nvCxnSpPr>
              <p:spPr>
                <a:xfrm>
                  <a:off x="7453338" y="1019909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6" name="Google Shape;846;p29"/>
                <p:cNvCxnSpPr/>
                <p:nvPr/>
              </p:nvCxnSpPr>
              <p:spPr>
                <a:xfrm>
                  <a:off x="7453338" y="1121503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7" name="Google Shape;847;p29"/>
                <p:cNvCxnSpPr/>
                <p:nvPr/>
              </p:nvCxnSpPr>
              <p:spPr>
                <a:xfrm>
                  <a:off x="7453338" y="1223098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8" name="Google Shape;848;p29"/>
                <p:cNvCxnSpPr/>
                <p:nvPr/>
              </p:nvCxnSpPr>
              <p:spPr>
                <a:xfrm>
                  <a:off x="7453338" y="1324692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9" name="Google Shape;849;p29"/>
                <p:cNvCxnSpPr/>
                <p:nvPr/>
              </p:nvCxnSpPr>
              <p:spPr>
                <a:xfrm>
                  <a:off x="7453338" y="1426287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0" name="Google Shape;850;p29"/>
                <p:cNvCxnSpPr/>
                <p:nvPr/>
              </p:nvCxnSpPr>
              <p:spPr>
                <a:xfrm>
                  <a:off x="7453338" y="1527881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1" name="Google Shape;851;p29"/>
                <p:cNvCxnSpPr/>
                <p:nvPr/>
              </p:nvCxnSpPr>
              <p:spPr>
                <a:xfrm>
                  <a:off x="7453338" y="1629476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2" name="Google Shape;852;p29"/>
                <p:cNvCxnSpPr/>
                <p:nvPr/>
              </p:nvCxnSpPr>
              <p:spPr>
                <a:xfrm>
                  <a:off x="7453338" y="173107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3" name="Google Shape;853;p29"/>
                <p:cNvCxnSpPr/>
                <p:nvPr/>
              </p:nvCxnSpPr>
              <p:spPr>
                <a:xfrm>
                  <a:off x="7453338" y="1832665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4" name="Google Shape;854;p29"/>
                <p:cNvCxnSpPr/>
                <p:nvPr/>
              </p:nvCxnSpPr>
              <p:spPr>
                <a:xfrm>
                  <a:off x="7453338" y="1934259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5" name="Google Shape;855;p29"/>
                <p:cNvCxnSpPr/>
                <p:nvPr/>
              </p:nvCxnSpPr>
              <p:spPr>
                <a:xfrm>
                  <a:off x="7453338" y="2035854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6" name="Google Shape;856;p29"/>
                <p:cNvCxnSpPr/>
                <p:nvPr/>
              </p:nvCxnSpPr>
              <p:spPr>
                <a:xfrm>
                  <a:off x="7453338" y="2137448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7" name="Google Shape;857;p29"/>
                <p:cNvCxnSpPr/>
                <p:nvPr/>
              </p:nvCxnSpPr>
              <p:spPr>
                <a:xfrm>
                  <a:off x="7453338" y="2239043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8" name="Google Shape;858;p29"/>
                <p:cNvCxnSpPr/>
                <p:nvPr/>
              </p:nvCxnSpPr>
              <p:spPr>
                <a:xfrm>
                  <a:off x="7453338" y="2340638"/>
                  <a:ext cx="292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859" name="Google Shape;859;p29"/>
            <p:cNvGrpSpPr/>
            <p:nvPr/>
          </p:nvGrpSpPr>
          <p:grpSpPr>
            <a:xfrm>
              <a:off x="6859950" y="3404525"/>
              <a:ext cx="1544651" cy="318600"/>
              <a:chOff x="6859950" y="3404525"/>
              <a:chExt cx="1544651" cy="318600"/>
            </a:xfrm>
          </p:grpSpPr>
          <p:sp>
            <p:nvSpPr>
              <p:cNvPr id="860" name="Google Shape;860;p29"/>
              <p:cNvSpPr/>
              <p:nvPr/>
            </p:nvSpPr>
            <p:spPr>
              <a:xfrm>
                <a:off x="6859950" y="3404525"/>
                <a:ext cx="1544651" cy="31860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104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1"/>
                      <a:pt x="0" y="25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80"/>
                      <a:pt x="12" y="91"/>
                      <a:pt x="26" y="91"/>
                    </a:cubicBezTo>
                    <a:cubicBezTo>
                      <a:pt x="588" y="91"/>
                      <a:pt x="588" y="91"/>
                      <a:pt x="588" y="91"/>
                    </a:cubicBezTo>
                    <a:cubicBezTo>
                      <a:pt x="589" y="95"/>
                      <a:pt x="591" y="98"/>
                      <a:pt x="594" y="100"/>
                    </a:cubicBezTo>
                    <a:cubicBezTo>
                      <a:pt x="597" y="103"/>
                      <a:pt x="601" y="104"/>
                      <a:pt x="604" y="104"/>
                    </a:cubicBezTo>
                    <a:cubicBezTo>
                      <a:pt x="605" y="104"/>
                      <a:pt x="605" y="104"/>
                      <a:pt x="606" y="104"/>
                    </a:cubicBezTo>
                    <a:cubicBezTo>
                      <a:pt x="606" y="104"/>
                      <a:pt x="606" y="104"/>
                      <a:pt x="606" y="104"/>
                    </a:cubicBezTo>
                    <a:cubicBezTo>
                      <a:pt x="606" y="103"/>
                      <a:pt x="606" y="103"/>
                      <a:pt x="606" y="103"/>
                    </a:cubicBezTo>
                    <a:cubicBezTo>
                      <a:pt x="604" y="99"/>
                      <a:pt x="604" y="95"/>
                      <a:pt x="604" y="91"/>
                    </a:cubicBezTo>
                    <a:cubicBezTo>
                      <a:pt x="620" y="91"/>
                      <a:pt x="620" y="91"/>
                      <a:pt x="620" y="91"/>
                    </a:cubicBezTo>
                    <a:cubicBezTo>
                      <a:pt x="634" y="91"/>
                      <a:pt x="646" y="80"/>
                      <a:pt x="646" y="66"/>
                    </a:cubicBezTo>
                    <a:cubicBezTo>
                      <a:pt x="646" y="25"/>
                      <a:pt x="646" y="25"/>
                      <a:pt x="646" y="25"/>
                    </a:cubicBezTo>
                    <a:cubicBezTo>
                      <a:pt x="646" y="11"/>
                      <a:pt x="634" y="0"/>
                      <a:pt x="620" y="0"/>
                    </a:cubicBez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1" name="Google Shape;861;p29"/>
              <p:cNvGrpSpPr/>
              <p:nvPr/>
            </p:nvGrpSpPr>
            <p:grpSpPr>
              <a:xfrm>
                <a:off x="6958502" y="3493275"/>
                <a:ext cx="1369506" cy="102388"/>
                <a:chOff x="5848350" y="2788450"/>
                <a:chExt cx="1285800" cy="102388"/>
              </a:xfrm>
            </p:grpSpPr>
            <p:cxnSp>
              <p:nvCxnSpPr>
                <p:cNvPr id="862" name="Google Shape;862;p29"/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3" name="Google Shape;863;p29"/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cxnSp>
        <p:nvCxnSpPr>
          <p:cNvPr id="865" name="Google Shape;865;p29"/>
          <p:cNvCxnSpPr/>
          <p:nvPr/>
        </p:nvCxnSpPr>
        <p:spPr>
          <a:xfrm>
            <a:off x="722575" y="1000550"/>
            <a:ext cx="451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904;p32">
            <a:extLst>
              <a:ext uri="{FF2B5EF4-FFF2-40B4-BE49-F238E27FC236}">
                <a16:creationId xmlns:a16="http://schemas.microsoft.com/office/drawing/2014/main" id="{6BF7603F-1E33-63AD-5B13-01AE9FEAAF2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56446" y="2489075"/>
            <a:ext cx="5759128" cy="24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000" dirty="0" err="1"/>
              <a:t>NeoStats</a:t>
            </a:r>
            <a:r>
              <a:rPr lang="en-US" sz="2000" dirty="0"/>
              <a:t> AI Engineer Case Study</a:t>
            </a:r>
          </a:p>
          <a:p>
            <a:pPr marL="0" lvl="0" indent="0"/>
            <a:endParaRPr lang="en-US" sz="2000" dirty="0"/>
          </a:p>
          <a:p>
            <a:pPr marL="0" lvl="0" indent="0"/>
            <a:r>
              <a:rPr lang="en-US" sz="2000" b="1" dirty="0">
                <a:latin typeface="Barlow" panose="00000500000000000000" pitchFamily="2" charset="0"/>
              </a:rPr>
              <a:t>Presented by</a:t>
            </a:r>
            <a:r>
              <a:rPr lang="en-US" sz="2000" b="1" dirty="0"/>
              <a:t>:</a:t>
            </a:r>
            <a:r>
              <a:rPr lang="en-US" sz="2000" dirty="0"/>
              <a:t> Harshith Potnuri</a:t>
            </a:r>
            <a:br>
              <a:rPr lang="en-US" sz="2000" dirty="0"/>
            </a:br>
            <a:r>
              <a:rPr lang="en-US" sz="2000" b="1" dirty="0"/>
              <a:t>Program:</a:t>
            </a:r>
            <a:r>
              <a:rPr lang="en-US" sz="2000" dirty="0"/>
              <a:t> </a:t>
            </a:r>
            <a:r>
              <a:rPr lang="en-US" sz="2000" dirty="0" err="1"/>
              <a:t>B.Tech</a:t>
            </a:r>
            <a:r>
              <a:rPr lang="en-US" sz="2000" dirty="0"/>
              <a:t> AI Engineering</a:t>
            </a:r>
            <a:br>
              <a:rPr lang="en-US" sz="2000" dirty="0"/>
            </a:br>
            <a:r>
              <a:rPr lang="en-US" sz="2000" b="1" dirty="0"/>
              <a:t>Institution:</a:t>
            </a:r>
            <a:r>
              <a:rPr lang="en-US" sz="2000" dirty="0"/>
              <a:t> Amrita Vishwa Vidyapeetham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3"/>
          <p:cNvSpPr txBox="1">
            <a:spLocks noGrp="1"/>
          </p:cNvSpPr>
          <p:nvPr>
            <p:ph type="title"/>
          </p:nvPr>
        </p:nvSpPr>
        <p:spPr>
          <a:xfrm>
            <a:off x="2669887" y="2568306"/>
            <a:ext cx="7032703" cy="10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IN" dirty="0"/>
              <a:t>Use Case Objective</a:t>
            </a:r>
            <a:endParaRPr dirty="0"/>
          </a:p>
        </p:txBody>
      </p:sp>
      <p:sp>
        <p:nvSpPr>
          <p:cNvPr id="911" name="Google Shape;911;p33"/>
          <p:cNvSpPr txBox="1">
            <a:spLocks noGrp="1"/>
          </p:cNvSpPr>
          <p:nvPr>
            <p:ph type="title" idx="2"/>
          </p:nvPr>
        </p:nvSpPr>
        <p:spPr>
          <a:xfrm>
            <a:off x="7195075" y="1806613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912" name="Google Shape;912;p33"/>
          <p:cNvGrpSpPr/>
          <p:nvPr/>
        </p:nvGrpSpPr>
        <p:grpSpPr>
          <a:xfrm>
            <a:off x="704550" y="1577225"/>
            <a:ext cx="2253212" cy="2726351"/>
            <a:chOff x="704550" y="1577225"/>
            <a:chExt cx="2253212" cy="2726351"/>
          </a:xfrm>
        </p:grpSpPr>
        <p:grpSp>
          <p:nvGrpSpPr>
            <p:cNvPr id="913" name="Google Shape;913;p33"/>
            <p:cNvGrpSpPr/>
            <p:nvPr/>
          </p:nvGrpSpPr>
          <p:grpSpPr>
            <a:xfrm>
              <a:off x="713213" y="1577225"/>
              <a:ext cx="1544638" cy="528638"/>
              <a:chOff x="713213" y="1004650"/>
              <a:chExt cx="1544638" cy="528638"/>
            </a:xfrm>
          </p:grpSpPr>
          <p:sp>
            <p:nvSpPr>
              <p:cNvPr id="914" name="Google Shape;914;p33"/>
              <p:cNvSpPr/>
              <p:nvPr/>
            </p:nvSpPr>
            <p:spPr>
              <a:xfrm flipH="1">
                <a:off x="713213" y="1004650"/>
                <a:ext cx="1544638" cy="528638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21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97"/>
                      <a:pt x="12" y="208"/>
                      <a:pt x="26" y="208"/>
                    </a:cubicBezTo>
                    <a:cubicBezTo>
                      <a:pt x="588" y="208"/>
                      <a:pt x="588" y="208"/>
                      <a:pt x="588" y="208"/>
                    </a:cubicBezTo>
                    <a:cubicBezTo>
                      <a:pt x="589" y="212"/>
                      <a:pt x="591" y="215"/>
                      <a:pt x="594" y="218"/>
                    </a:cubicBezTo>
                    <a:cubicBezTo>
                      <a:pt x="597" y="220"/>
                      <a:pt x="601" y="221"/>
                      <a:pt x="604" y="221"/>
                    </a:cubicBezTo>
                    <a:cubicBezTo>
                      <a:pt x="605" y="221"/>
                      <a:pt x="605" y="221"/>
                      <a:pt x="606" y="221"/>
                    </a:cubicBezTo>
                    <a:cubicBezTo>
                      <a:pt x="606" y="221"/>
                      <a:pt x="606" y="221"/>
                      <a:pt x="606" y="221"/>
                    </a:cubicBezTo>
                    <a:cubicBezTo>
                      <a:pt x="606" y="220"/>
                      <a:pt x="606" y="220"/>
                      <a:pt x="606" y="220"/>
                    </a:cubicBezTo>
                    <a:cubicBezTo>
                      <a:pt x="604" y="217"/>
                      <a:pt x="604" y="212"/>
                      <a:pt x="604" y="208"/>
                    </a:cubicBezTo>
                    <a:cubicBezTo>
                      <a:pt x="620" y="208"/>
                      <a:pt x="620" y="208"/>
                      <a:pt x="620" y="208"/>
                    </a:cubicBezTo>
                    <a:cubicBezTo>
                      <a:pt x="634" y="208"/>
                      <a:pt x="646" y="197"/>
                      <a:pt x="646" y="183"/>
                    </a:cubicBezTo>
                    <a:cubicBezTo>
                      <a:pt x="646" y="26"/>
                      <a:pt x="646" y="26"/>
                      <a:pt x="646" y="26"/>
                    </a:cubicBezTo>
                    <a:cubicBezTo>
                      <a:pt x="646" y="12"/>
                      <a:pt x="634" y="0"/>
                      <a:pt x="620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15" name="Google Shape;915;p33"/>
              <p:cNvGrpSpPr/>
              <p:nvPr/>
            </p:nvGrpSpPr>
            <p:grpSpPr>
              <a:xfrm>
                <a:off x="842638" y="1142757"/>
                <a:ext cx="1285800" cy="204775"/>
                <a:chOff x="5848350" y="2788450"/>
                <a:chExt cx="1285800" cy="204775"/>
              </a:xfrm>
            </p:grpSpPr>
            <p:cxnSp>
              <p:nvCxnSpPr>
                <p:cNvPr id="916" name="Google Shape;916;p33"/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7" name="Google Shape;917;p33"/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8" name="Google Shape;918;p33"/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19" name="Google Shape;919;p33"/>
            <p:cNvGrpSpPr/>
            <p:nvPr/>
          </p:nvGrpSpPr>
          <p:grpSpPr>
            <a:xfrm>
              <a:off x="704551" y="2432263"/>
              <a:ext cx="879475" cy="1439864"/>
              <a:chOff x="704550" y="2022613"/>
              <a:chExt cx="879475" cy="1439864"/>
            </a:xfrm>
          </p:grpSpPr>
          <p:sp>
            <p:nvSpPr>
              <p:cNvPr id="920" name="Google Shape;920;p33"/>
              <p:cNvSpPr/>
              <p:nvPr/>
            </p:nvSpPr>
            <p:spPr>
              <a:xfrm flipH="1">
                <a:off x="704551" y="2022613"/>
                <a:ext cx="879475" cy="1439864"/>
              </a:xfrm>
              <a:custGeom>
                <a:avLst/>
                <a:gdLst/>
                <a:ahLst/>
                <a:cxnLst/>
                <a:rect l="l" t="t" r="r" b="b"/>
                <a:pathLst>
                  <a:path w="368" h="602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563"/>
                      <a:pt x="0" y="563"/>
                      <a:pt x="0" y="563"/>
                    </a:cubicBezTo>
                    <a:cubicBezTo>
                      <a:pt x="0" y="577"/>
                      <a:pt x="12" y="589"/>
                      <a:pt x="26" y="589"/>
                    </a:cubicBezTo>
                    <a:cubicBezTo>
                      <a:pt x="310" y="589"/>
                      <a:pt x="310" y="589"/>
                      <a:pt x="310" y="589"/>
                    </a:cubicBezTo>
                    <a:cubicBezTo>
                      <a:pt x="310" y="592"/>
                      <a:pt x="313" y="596"/>
                      <a:pt x="315" y="598"/>
                    </a:cubicBezTo>
                    <a:cubicBezTo>
                      <a:pt x="318" y="600"/>
                      <a:pt x="322" y="602"/>
                      <a:pt x="326" y="602"/>
                    </a:cubicBezTo>
                    <a:cubicBezTo>
                      <a:pt x="327" y="602"/>
                      <a:pt x="327" y="602"/>
                      <a:pt x="327" y="602"/>
                    </a:cubicBezTo>
                    <a:cubicBezTo>
                      <a:pt x="328" y="602"/>
                      <a:pt x="328" y="602"/>
                      <a:pt x="328" y="602"/>
                    </a:cubicBezTo>
                    <a:cubicBezTo>
                      <a:pt x="328" y="601"/>
                      <a:pt x="328" y="601"/>
                      <a:pt x="328" y="601"/>
                    </a:cubicBezTo>
                    <a:cubicBezTo>
                      <a:pt x="326" y="597"/>
                      <a:pt x="326" y="593"/>
                      <a:pt x="326" y="589"/>
                    </a:cubicBezTo>
                    <a:cubicBezTo>
                      <a:pt x="342" y="589"/>
                      <a:pt x="342" y="589"/>
                      <a:pt x="342" y="589"/>
                    </a:cubicBezTo>
                    <a:cubicBezTo>
                      <a:pt x="356" y="589"/>
                      <a:pt x="368" y="577"/>
                      <a:pt x="368" y="563"/>
                    </a:cubicBezTo>
                    <a:cubicBezTo>
                      <a:pt x="368" y="25"/>
                      <a:pt x="368" y="25"/>
                      <a:pt x="368" y="25"/>
                    </a:cubicBezTo>
                    <a:cubicBezTo>
                      <a:pt x="368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33"/>
              <p:cNvGrpSpPr/>
              <p:nvPr/>
            </p:nvGrpSpPr>
            <p:grpSpPr>
              <a:xfrm>
                <a:off x="839488" y="2182413"/>
                <a:ext cx="609600" cy="1117540"/>
                <a:chOff x="7453338" y="715125"/>
                <a:chExt cx="609600" cy="1117540"/>
              </a:xfrm>
            </p:grpSpPr>
            <p:cxnSp>
              <p:nvCxnSpPr>
                <p:cNvPr id="922" name="Google Shape;922;p33"/>
                <p:cNvCxnSpPr/>
                <p:nvPr/>
              </p:nvCxnSpPr>
              <p:spPr>
                <a:xfrm>
                  <a:off x="7453338" y="715125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3" name="Google Shape;923;p33"/>
                <p:cNvCxnSpPr/>
                <p:nvPr/>
              </p:nvCxnSpPr>
              <p:spPr>
                <a:xfrm>
                  <a:off x="7453338" y="81672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4" name="Google Shape;924;p33"/>
                <p:cNvCxnSpPr/>
                <p:nvPr/>
              </p:nvCxnSpPr>
              <p:spPr>
                <a:xfrm>
                  <a:off x="7453338" y="918314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5" name="Google Shape;925;p33"/>
                <p:cNvCxnSpPr/>
                <p:nvPr/>
              </p:nvCxnSpPr>
              <p:spPr>
                <a:xfrm>
                  <a:off x="7453338" y="1019909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6" name="Google Shape;926;p33"/>
                <p:cNvCxnSpPr/>
                <p:nvPr/>
              </p:nvCxnSpPr>
              <p:spPr>
                <a:xfrm>
                  <a:off x="7453338" y="1121503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7" name="Google Shape;927;p33"/>
                <p:cNvCxnSpPr/>
                <p:nvPr/>
              </p:nvCxnSpPr>
              <p:spPr>
                <a:xfrm>
                  <a:off x="7453338" y="1223098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8" name="Google Shape;928;p33"/>
                <p:cNvCxnSpPr/>
                <p:nvPr/>
              </p:nvCxnSpPr>
              <p:spPr>
                <a:xfrm>
                  <a:off x="7453338" y="1324692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9" name="Google Shape;929;p33"/>
                <p:cNvCxnSpPr/>
                <p:nvPr/>
              </p:nvCxnSpPr>
              <p:spPr>
                <a:xfrm>
                  <a:off x="7453338" y="1426287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0" name="Google Shape;930;p33"/>
                <p:cNvCxnSpPr/>
                <p:nvPr/>
              </p:nvCxnSpPr>
              <p:spPr>
                <a:xfrm>
                  <a:off x="7453338" y="1527881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1" name="Google Shape;931;p33"/>
                <p:cNvCxnSpPr/>
                <p:nvPr/>
              </p:nvCxnSpPr>
              <p:spPr>
                <a:xfrm>
                  <a:off x="7453338" y="1629476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2" name="Google Shape;932;p33"/>
                <p:cNvCxnSpPr/>
                <p:nvPr/>
              </p:nvCxnSpPr>
              <p:spPr>
                <a:xfrm>
                  <a:off x="7453338" y="173107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3" name="Google Shape;933;p33"/>
                <p:cNvCxnSpPr/>
                <p:nvPr/>
              </p:nvCxnSpPr>
              <p:spPr>
                <a:xfrm>
                  <a:off x="7453338" y="1832665"/>
                  <a:ext cx="280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4" name="Google Shape;934;p33"/>
            <p:cNvGrpSpPr/>
            <p:nvPr/>
          </p:nvGrpSpPr>
          <p:grpSpPr>
            <a:xfrm>
              <a:off x="1386950" y="3987826"/>
              <a:ext cx="1544651" cy="315750"/>
              <a:chOff x="1386950" y="3823101"/>
              <a:chExt cx="1544651" cy="315750"/>
            </a:xfrm>
          </p:grpSpPr>
          <p:sp>
            <p:nvSpPr>
              <p:cNvPr id="935" name="Google Shape;935;p33"/>
              <p:cNvSpPr/>
              <p:nvPr/>
            </p:nvSpPr>
            <p:spPr>
              <a:xfrm>
                <a:off x="1386950" y="3823101"/>
                <a:ext cx="1544651" cy="31575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104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1"/>
                      <a:pt x="0" y="25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80"/>
                      <a:pt x="12" y="91"/>
                      <a:pt x="26" y="91"/>
                    </a:cubicBezTo>
                    <a:cubicBezTo>
                      <a:pt x="588" y="91"/>
                      <a:pt x="588" y="91"/>
                      <a:pt x="588" y="91"/>
                    </a:cubicBezTo>
                    <a:cubicBezTo>
                      <a:pt x="589" y="95"/>
                      <a:pt x="591" y="98"/>
                      <a:pt x="594" y="100"/>
                    </a:cubicBezTo>
                    <a:cubicBezTo>
                      <a:pt x="597" y="103"/>
                      <a:pt x="601" y="104"/>
                      <a:pt x="604" y="104"/>
                    </a:cubicBezTo>
                    <a:cubicBezTo>
                      <a:pt x="605" y="104"/>
                      <a:pt x="605" y="104"/>
                      <a:pt x="606" y="104"/>
                    </a:cubicBezTo>
                    <a:cubicBezTo>
                      <a:pt x="606" y="104"/>
                      <a:pt x="606" y="104"/>
                      <a:pt x="606" y="104"/>
                    </a:cubicBezTo>
                    <a:cubicBezTo>
                      <a:pt x="606" y="103"/>
                      <a:pt x="606" y="103"/>
                      <a:pt x="606" y="103"/>
                    </a:cubicBezTo>
                    <a:cubicBezTo>
                      <a:pt x="604" y="99"/>
                      <a:pt x="604" y="95"/>
                      <a:pt x="604" y="91"/>
                    </a:cubicBezTo>
                    <a:cubicBezTo>
                      <a:pt x="620" y="91"/>
                      <a:pt x="620" y="91"/>
                      <a:pt x="620" y="91"/>
                    </a:cubicBezTo>
                    <a:cubicBezTo>
                      <a:pt x="634" y="91"/>
                      <a:pt x="646" y="80"/>
                      <a:pt x="646" y="66"/>
                    </a:cubicBezTo>
                    <a:cubicBezTo>
                      <a:pt x="646" y="25"/>
                      <a:pt x="646" y="25"/>
                      <a:pt x="646" y="25"/>
                    </a:cubicBezTo>
                    <a:cubicBezTo>
                      <a:pt x="646" y="11"/>
                      <a:pt x="634" y="0"/>
                      <a:pt x="620" y="0"/>
                    </a:cubicBez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6" name="Google Shape;936;p33"/>
              <p:cNvGrpSpPr/>
              <p:nvPr/>
            </p:nvGrpSpPr>
            <p:grpSpPr>
              <a:xfrm>
                <a:off x="1485502" y="3909138"/>
                <a:ext cx="1369506" cy="102388"/>
                <a:chOff x="5848350" y="2772075"/>
                <a:chExt cx="1285800" cy="102388"/>
              </a:xfrm>
            </p:grpSpPr>
            <p:cxnSp>
              <p:nvCxnSpPr>
                <p:cNvPr id="937" name="Google Shape;937;p33"/>
                <p:cNvCxnSpPr/>
                <p:nvPr/>
              </p:nvCxnSpPr>
              <p:spPr>
                <a:xfrm>
                  <a:off x="5848350" y="2772075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8" name="Google Shape;938;p33"/>
                <p:cNvCxnSpPr/>
                <p:nvPr/>
              </p:nvCxnSpPr>
              <p:spPr>
                <a:xfrm>
                  <a:off x="5848350" y="2874463"/>
                  <a:ext cx="389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9" name="Google Shape;939;p33"/>
            <p:cNvGrpSpPr/>
            <p:nvPr/>
          </p:nvGrpSpPr>
          <p:grpSpPr>
            <a:xfrm>
              <a:off x="2079875" y="3368426"/>
              <a:ext cx="877888" cy="469900"/>
              <a:chOff x="2079875" y="3121151"/>
              <a:chExt cx="877888" cy="469900"/>
            </a:xfrm>
          </p:grpSpPr>
          <p:sp>
            <p:nvSpPr>
              <p:cNvPr id="940" name="Google Shape;940;p33"/>
              <p:cNvSpPr/>
              <p:nvPr/>
            </p:nvSpPr>
            <p:spPr>
              <a:xfrm>
                <a:off x="2079875" y="3121150"/>
                <a:ext cx="877888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97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2" y="184"/>
                      <a:pt x="26" y="184"/>
                    </a:cubicBezTo>
                    <a:cubicBezTo>
                      <a:pt x="309" y="184"/>
                      <a:pt x="309" y="184"/>
                      <a:pt x="309" y="184"/>
                    </a:cubicBezTo>
                    <a:cubicBezTo>
                      <a:pt x="310" y="187"/>
                      <a:pt x="312" y="191"/>
                      <a:pt x="315" y="193"/>
                    </a:cubicBezTo>
                    <a:cubicBezTo>
                      <a:pt x="318" y="196"/>
                      <a:pt x="322" y="197"/>
                      <a:pt x="326" y="197"/>
                    </a:cubicBezTo>
                    <a:cubicBezTo>
                      <a:pt x="326" y="197"/>
                      <a:pt x="327" y="197"/>
                      <a:pt x="327" y="197"/>
                    </a:cubicBezTo>
                    <a:cubicBezTo>
                      <a:pt x="328" y="197"/>
                      <a:pt x="328" y="197"/>
                      <a:pt x="328" y="197"/>
                    </a:cubicBezTo>
                    <a:cubicBezTo>
                      <a:pt x="328" y="196"/>
                      <a:pt x="328" y="196"/>
                      <a:pt x="328" y="196"/>
                    </a:cubicBezTo>
                    <a:cubicBezTo>
                      <a:pt x="326" y="192"/>
                      <a:pt x="325" y="188"/>
                      <a:pt x="326" y="184"/>
                    </a:cubicBezTo>
                    <a:cubicBezTo>
                      <a:pt x="342" y="184"/>
                      <a:pt x="342" y="184"/>
                      <a:pt x="342" y="184"/>
                    </a:cubicBezTo>
                    <a:cubicBezTo>
                      <a:pt x="356" y="184"/>
                      <a:pt x="367" y="172"/>
                      <a:pt x="367" y="158"/>
                    </a:cubicBezTo>
                    <a:cubicBezTo>
                      <a:pt x="367" y="25"/>
                      <a:pt x="367" y="25"/>
                      <a:pt x="367" y="25"/>
                    </a:cubicBezTo>
                    <a:cubicBezTo>
                      <a:pt x="367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41" name="Google Shape;941;p33"/>
              <p:cNvGrpSpPr/>
              <p:nvPr/>
            </p:nvGrpSpPr>
            <p:grpSpPr>
              <a:xfrm>
                <a:off x="2181689" y="3241906"/>
                <a:ext cx="674279" cy="203189"/>
                <a:chOff x="2181677" y="2165344"/>
                <a:chExt cx="674279" cy="203189"/>
              </a:xfrm>
            </p:grpSpPr>
            <p:cxnSp>
              <p:nvCxnSpPr>
                <p:cNvPr id="942" name="Google Shape;942;p33"/>
                <p:cNvCxnSpPr/>
                <p:nvPr/>
              </p:nvCxnSpPr>
              <p:spPr>
                <a:xfrm>
                  <a:off x="2181677" y="2165344"/>
                  <a:ext cx="67427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3" name="Google Shape;943;p33"/>
                <p:cNvCxnSpPr/>
                <p:nvPr/>
              </p:nvCxnSpPr>
              <p:spPr>
                <a:xfrm>
                  <a:off x="2181677" y="2266938"/>
                  <a:ext cx="67427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4" name="Google Shape;944;p33"/>
                <p:cNvCxnSpPr/>
                <p:nvPr/>
              </p:nvCxnSpPr>
              <p:spPr>
                <a:xfrm>
                  <a:off x="2181677" y="2368533"/>
                  <a:ext cx="67427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45" name="Google Shape;945;p33"/>
            <p:cNvGrpSpPr/>
            <p:nvPr/>
          </p:nvGrpSpPr>
          <p:grpSpPr>
            <a:xfrm>
              <a:off x="1736425" y="2257167"/>
              <a:ext cx="1094925" cy="430550"/>
              <a:chOff x="1862850" y="1718717"/>
              <a:chExt cx="1094925" cy="430550"/>
            </a:xfrm>
          </p:grpSpPr>
          <p:sp>
            <p:nvSpPr>
              <p:cNvPr id="946" name="Google Shape;946;p33"/>
              <p:cNvSpPr/>
              <p:nvPr/>
            </p:nvSpPr>
            <p:spPr>
              <a:xfrm flipH="1">
                <a:off x="1862850" y="1718717"/>
                <a:ext cx="1094925" cy="430550"/>
              </a:xfrm>
              <a:custGeom>
                <a:avLst/>
                <a:gdLst/>
                <a:ahLst/>
                <a:cxnLst/>
                <a:rect l="l" t="t" r="r" b="b"/>
                <a:pathLst>
                  <a:path w="333" h="131" extrusionOk="0">
                    <a:moveTo>
                      <a:pt x="309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1"/>
                      <a:pt x="0" y="23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0" y="108"/>
                      <a:pt x="10" y="118"/>
                      <a:pt x="23" y="118"/>
                    </a:cubicBezTo>
                    <a:cubicBezTo>
                      <a:pt x="34" y="118"/>
                      <a:pt x="34" y="118"/>
                      <a:pt x="34" y="118"/>
                    </a:cubicBezTo>
                    <a:cubicBezTo>
                      <a:pt x="34" y="122"/>
                      <a:pt x="34" y="126"/>
                      <a:pt x="32" y="130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33" y="131"/>
                      <a:pt x="33" y="131"/>
                      <a:pt x="34" y="131"/>
                    </a:cubicBezTo>
                    <a:cubicBezTo>
                      <a:pt x="37" y="131"/>
                      <a:pt x="41" y="130"/>
                      <a:pt x="44" y="127"/>
                    </a:cubicBezTo>
                    <a:cubicBezTo>
                      <a:pt x="47" y="125"/>
                      <a:pt x="49" y="122"/>
                      <a:pt x="50" y="118"/>
                    </a:cubicBezTo>
                    <a:cubicBezTo>
                      <a:pt x="309" y="118"/>
                      <a:pt x="309" y="118"/>
                      <a:pt x="309" y="118"/>
                    </a:cubicBezTo>
                    <a:cubicBezTo>
                      <a:pt x="322" y="118"/>
                      <a:pt x="333" y="108"/>
                      <a:pt x="333" y="95"/>
                    </a:cubicBezTo>
                    <a:cubicBezTo>
                      <a:pt x="333" y="23"/>
                      <a:pt x="333" y="23"/>
                      <a:pt x="333" y="23"/>
                    </a:cubicBezTo>
                    <a:cubicBezTo>
                      <a:pt x="333" y="11"/>
                      <a:pt x="322" y="0"/>
                      <a:pt x="309" y="0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47" name="Google Shape;947;p33"/>
              <p:cNvGrpSpPr/>
              <p:nvPr/>
            </p:nvGrpSpPr>
            <p:grpSpPr>
              <a:xfrm>
                <a:off x="1978095" y="1808221"/>
                <a:ext cx="877866" cy="203169"/>
                <a:chOff x="2181677" y="2165344"/>
                <a:chExt cx="674400" cy="203189"/>
              </a:xfrm>
            </p:grpSpPr>
            <p:cxnSp>
              <p:nvCxnSpPr>
                <p:cNvPr id="948" name="Google Shape;948;p33"/>
                <p:cNvCxnSpPr/>
                <p:nvPr/>
              </p:nvCxnSpPr>
              <p:spPr>
                <a:xfrm>
                  <a:off x="2181677" y="2165344"/>
                  <a:ext cx="67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9" name="Google Shape;949;p33"/>
                <p:cNvCxnSpPr/>
                <p:nvPr/>
              </p:nvCxnSpPr>
              <p:spPr>
                <a:xfrm>
                  <a:off x="2181677" y="2266938"/>
                  <a:ext cx="67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0" name="Google Shape;950;p33"/>
                <p:cNvCxnSpPr/>
                <p:nvPr/>
              </p:nvCxnSpPr>
              <p:spPr>
                <a:xfrm>
                  <a:off x="2181677" y="2368533"/>
                  <a:ext cx="20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cxnSp>
        <p:nvCxnSpPr>
          <p:cNvPr id="951" name="Google Shape;951;p33"/>
          <p:cNvCxnSpPr/>
          <p:nvPr/>
        </p:nvCxnSpPr>
        <p:spPr>
          <a:xfrm>
            <a:off x="4310875" y="3755775"/>
            <a:ext cx="411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2" name="Google Shape;952;p33"/>
          <p:cNvCxnSpPr/>
          <p:nvPr/>
        </p:nvCxnSpPr>
        <p:spPr>
          <a:xfrm>
            <a:off x="4310875" y="2724668"/>
            <a:ext cx="411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4"/>
          <p:cNvSpPr txBox="1">
            <a:spLocks noGrp="1"/>
          </p:cNvSpPr>
          <p:nvPr>
            <p:ph type="title"/>
          </p:nvPr>
        </p:nvSpPr>
        <p:spPr>
          <a:xfrm>
            <a:off x="605327" y="190903"/>
            <a:ext cx="864702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Use Case Objective- </a:t>
            </a:r>
            <a:r>
              <a:rPr lang="en-US" sz="1800" dirty="0">
                <a:latin typeface="Barlow" panose="00000500000000000000" pitchFamily="2" charset="0"/>
              </a:rPr>
              <a:t>Helping Students Learn Faster and Smarter</a:t>
            </a:r>
            <a:br>
              <a:rPr lang="en-US" sz="4400" dirty="0">
                <a:latin typeface="Barlow" panose="00000500000000000000" pitchFamily="2" charset="0"/>
              </a:rPr>
            </a:br>
            <a:endParaRPr dirty="0">
              <a:latin typeface="Barlow" panose="00000500000000000000" pitchFamily="2" charset="0"/>
            </a:endParaRPr>
          </a:p>
        </p:txBody>
      </p:sp>
      <p:sp>
        <p:nvSpPr>
          <p:cNvPr id="960" name="Google Shape;960;p34"/>
          <p:cNvSpPr txBox="1">
            <a:spLocks noGrp="1"/>
          </p:cNvSpPr>
          <p:nvPr>
            <p:ph type="subTitle" idx="2"/>
          </p:nvPr>
        </p:nvSpPr>
        <p:spPr>
          <a:xfrm>
            <a:off x="605327" y="654603"/>
            <a:ext cx="6709873" cy="42979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600" b="1" dirty="0"/>
              <a:t>    Problem</a:t>
            </a:r>
            <a:endParaRPr lang="en-US" sz="1600" dirty="0"/>
          </a:p>
          <a:p>
            <a:r>
              <a:rPr lang="en-US" sz="1600" dirty="0"/>
              <a:t>Students often struggle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Searching through long PDFs and lecture notes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Understanding difficult concepts quickly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Finding reliable explanations online</a:t>
            </a:r>
          </a:p>
          <a:p>
            <a:r>
              <a:rPr lang="en-US" sz="1600" dirty="0"/>
              <a:t>This leads to </a:t>
            </a:r>
            <a:r>
              <a:rPr lang="en-US" sz="1600" b="1" dirty="0"/>
              <a:t>slow and inefficient learning.</a:t>
            </a:r>
          </a:p>
          <a:p>
            <a:endParaRPr lang="en-US" sz="1600" b="1" dirty="0"/>
          </a:p>
          <a:p>
            <a:r>
              <a:rPr lang="en-US" sz="1600" b="1" dirty="0"/>
              <a:t>Objective</a:t>
            </a:r>
            <a:endParaRPr lang="en-US" sz="1600" dirty="0"/>
          </a:p>
          <a:p>
            <a:r>
              <a:rPr lang="en-US" sz="1600" dirty="0"/>
              <a:t>Build an </a:t>
            </a:r>
            <a:r>
              <a:rPr lang="en-US" sz="1600" b="1" dirty="0"/>
              <a:t>AI-powered learning assistant</a:t>
            </a:r>
            <a:r>
              <a:rPr lang="en-US" sz="1600" dirty="0"/>
              <a:t>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Understands study materials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Provides instant explanations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Combines personal notes with live web knowledge</a:t>
            </a:r>
          </a:p>
          <a:p>
            <a:pPr marL="152400" indent="0"/>
            <a:endParaRPr lang="en-US" sz="1600" dirty="0"/>
          </a:p>
          <a:p>
            <a:r>
              <a:rPr lang="en-US" sz="1600" b="1" dirty="0"/>
              <a:t>Solution</a:t>
            </a:r>
            <a:endParaRPr lang="en-US" sz="1600" dirty="0"/>
          </a:p>
          <a:p>
            <a:r>
              <a:rPr lang="en-US" sz="1600" b="1" dirty="0" err="1"/>
              <a:t>LearnMate</a:t>
            </a:r>
            <a:r>
              <a:rPr lang="en-US" sz="1600" b="1" dirty="0"/>
              <a:t> AI</a:t>
            </a:r>
            <a:r>
              <a:rPr lang="en-US" sz="1600" dirty="0"/>
              <a:t> — an intelligent chatbot that helps students learn, revise, and explore topics interactively.</a:t>
            </a: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>
          <a:extLst>
            <a:ext uri="{FF2B5EF4-FFF2-40B4-BE49-F238E27FC236}">
              <a16:creationId xmlns:a16="http://schemas.microsoft.com/office/drawing/2014/main" id="{8C983E75-0A3B-8ED4-BD80-D12220C5C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3">
            <a:extLst>
              <a:ext uri="{FF2B5EF4-FFF2-40B4-BE49-F238E27FC236}">
                <a16:creationId xmlns:a16="http://schemas.microsoft.com/office/drawing/2014/main" id="{7A4E165C-1804-A47C-8AD8-6A2FB73541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3745" y="2636645"/>
            <a:ext cx="4557132" cy="10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How I Approached the Problem</a:t>
            </a:r>
            <a:endParaRPr sz="2800" dirty="0"/>
          </a:p>
        </p:txBody>
      </p:sp>
      <p:sp>
        <p:nvSpPr>
          <p:cNvPr id="911" name="Google Shape;911;p33">
            <a:extLst>
              <a:ext uri="{FF2B5EF4-FFF2-40B4-BE49-F238E27FC236}">
                <a16:creationId xmlns:a16="http://schemas.microsoft.com/office/drawing/2014/main" id="{6CFDD37C-8584-3EAA-7FD4-7A9D6EB6974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95075" y="1806613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912" name="Google Shape;912;p33">
            <a:extLst>
              <a:ext uri="{FF2B5EF4-FFF2-40B4-BE49-F238E27FC236}">
                <a16:creationId xmlns:a16="http://schemas.microsoft.com/office/drawing/2014/main" id="{991B0D01-8A20-5508-4590-DB4B8267EB1E}"/>
              </a:ext>
            </a:extLst>
          </p:cNvPr>
          <p:cNvGrpSpPr/>
          <p:nvPr/>
        </p:nvGrpSpPr>
        <p:grpSpPr>
          <a:xfrm>
            <a:off x="704550" y="1577225"/>
            <a:ext cx="2253212" cy="2726351"/>
            <a:chOff x="704550" y="1577225"/>
            <a:chExt cx="2253212" cy="2726351"/>
          </a:xfrm>
        </p:grpSpPr>
        <p:grpSp>
          <p:nvGrpSpPr>
            <p:cNvPr id="913" name="Google Shape;913;p33">
              <a:extLst>
                <a:ext uri="{FF2B5EF4-FFF2-40B4-BE49-F238E27FC236}">
                  <a16:creationId xmlns:a16="http://schemas.microsoft.com/office/drawing/2014/main" id="{02CD970C-ACE1-6932-BF8A-557F05060500}"/>
                </a:ext>
              </a:extLst>
            </p:cNvPr>
            <p:cNvGrpSpPr/>
            <p:nvPr/>
          </p:nvGrpSpPr>
          <p:grpSpPr>
            <a:xfrm>
              <a:off x="713213" y="1577225"/>
              <a:ext cx="1544638" cy="528638"/>
              <a:chOff x="713213" y="1004650"/>
              <a:chExt cx="1544638" cy="528638"/>
            </a:xfrm>
          </p:grpSpPr>
          <p:sp>
            <p:nvSpPr>
              <p:cNvPr id="914" name="Google Shape;914;p33">
                <a:extLst>
                  <a:ext uri="{FF2B5EF4-FFF2-40B4-BE49-F238E27FC236}">
                    <a16:creationId xmlns:a16="http://schemas.microsoft.com/office/drawing/2014/main" id="{EA5F2BB6-131E-4FF8-9431-6C6F947D1F96}"/>
                  </a:ext>
                </a:extLst>
              </p:cNvPr>
              <p:cNvSpPr/>
              <p:nvPr/>
            </p:nvSpPr>
            <p:spPr>
              <a:xfrm flipH="1">
                <a:off x="713213" y="1004650"/>
                <a:ext cx="1544638" cy="528638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21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97"/>
                      <a:pt x="12" y="208"/>
                      <a:pt x="26" y="208"/>
                    </a:cubicBezTo>
                    <a:cubicBezTo>
                      <a:pt x="588" y="208"/>
                      <a:pt x="588" y="208"/>
                      <a:pt x="588" y="208"/>
                    </a:cubicBezTo>
                    <a:cubicBezTo>
                      <a:pt x="589" y="212"/>
                      <a:pt x="591" y="215"/>
                      <a:pt x="594" y="218"/>
                    </a:cubicBezTo>
                    <a:cubicBezTo>
                      <a:pt x="597" y="220"/>
                      <a:pt x="601" y="221"/>
                      <a:pt x="604" y="221"/>
                    </a:cubicBezTo>
                    <a:cubicBezTo>
                      <a:pt x="605" y="221"/>
                      <a:pt x="605" y="221"/>
                      <a:pt x="606" y="221"/>
                    </a:cubicBezTo>
                    <a:cubicBezTo>
                      <a:pt x="606" y="221"/>
                      <a:pt x="606" y="221"/>
                      <a:pt x="606" y="221"/>
                    </a:cubicBezTo>
                    <a:cubicBezTo>
                      <a:pt x="606" y="220"/>
                      <a:pt x="606" y="220"/>
                      <a:pt x="606" y="220"/>
                    </a:cubicBezTo>
                    <a:cubicBezTo>
                      <a:pt x="604" y="217"/>
                      <a:pt x="604" y="212"/>
                      <a:pt x="604" y="208"/>
                    </a:cubicBezTo>
                    <a:cubicBezTo>
                      <a:pt x="620" y="208"/>
                      <a:pt x="620" y="208"/>
                      <a:pt x="620" y="208"/>
                    </a:cubicBezTo>
                    <a:cubicBezTo>
                      <a:pt x="634" y="208"/>
                      <a:pt x="646" y="197"/>
                      <a:pt x="646" y="183"/>
                    </a:cubicBezTo>
                    <a:cubicBezTo>
                      <a:pt x="646" y="26"/>
                      <a:pt x="646" y="26"/>
                      <a:pt x="646" y="26"/>
                    </a:cubicBezTo>
                    <a:cubicBezTo>
                      <a:pt x="646" y="12"/>
                      <a:pt x="634" y="0"/>
                      <a:pt x="620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15" name="Google Shape;915;p33">
                <a:extLst>
                  <a:ext uri="{FF2B5EF4-FFF2-40B4-BE49-F238E27FC236}">
                    <a16:creationId xmlns:a16="http://schemas.microsoft.com/office/drawing/2014/main" id="{1342D77A-4EE2-61B6-05B0-CE64CFC6DF73}"/>
                  </a:ext>
                </a:extLst>
              </p:cNvPr>
              <p:cNvGrpSpPr/>
              <p:nvPr/>
            </p:nvGrpSpPr>
            <p:grpSpPr>
              <a:xfrm>
                <a:off x="842638" y="1142757"/>
                <a:ext cx="1285800" cy="204775"/>
                <a:chOff x="5848350" y="2788450"/>
                <a:chExt cx="1285800" cy="204775"/>
              </a:xfrm>
            </p:grpSpPr>
            <p:cxnSp>
              <p:nvCxnSpPr>
                <p:cNvPr id="916" name="Google Shape;916;p33">
                  <a:extLst>
                    <a:ext uri="{FF2B5EF4-FFF2-40B4-BE49-F238E27FC236}">
                      <a16:creationId xmlns:a16="http://schemas.microsoft.com/office/drawing/2014/main" id="{8A81DD1D-EAA3-BEF1-4889-05215BECD3FD}"/>
                    </a:ext>
                  </a:extLst>
                </p:cNvPr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7" name="Google Shape;917;p33">
                  <a:extLst>
                    <a:ext uri="{FF2B5EF4-FFF2-40B4-BE49-F238E27FC236}">
                      <a16:creationId xmlns:a16="http://schemas.microsoft.com/office/drawing/2014/main" id="{E677291D-4DC7-CE36-4FC2-1B64BBF5CD87}"/>
                    </a:ext>
                  </a:extLst>
                </p:cNvPr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8" name="Google Shape;918;p33">
                  <a:extLst>
                    <a:ext uri="{FF2B5EF4-FFF2-40B4-BE49-F238E27FC236}">
                      <a16:creationId xmlns:a16="http://schemas.microsoft.com/office/drawing/2014/main" id="{742871A9-2073-81AB-A22B-1F5EC9051E63}"/>
                    </a:ext>
                  </a:extLst>
                </p:cNvPr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19" name="Google Shape;919;p33">
              <a:extLst>
                <a:ext uri="{FF2B5EF4-FFF2-40B4-BE49-F238E27FC236}">
                  <a16:creationId xmlns:a16="http://schemas.microsoft.com/office/drawing/2014/main" id="{DD620746-1FB6-A7EF-17D6-7BB7DC0EE178}"/>
                </a:ext>
              </a:extLst>
            </p:cNvPr>
            <p:cNvGrpSpPr/>
            <p:nvPr/>
          </p:nvGrpSpPr>
          <p:grpSpPr>
            <a:xfrm>
              <a:off x="704551" y="2432263"/>
              <a:ext cx="879475" cy="1439864"/>
              <a:chOff x="704550" y="2022613"/>
              <a:chExt cx="879475" cy="1439864"/>
            </a:xfrm>
          </p:grpSpPr>
          <p:sp>
            <p:nvSpPr>
              <p:cNvPr id="920" name="Google Shape;920;p33">
                <a:extLst>
                  <a:ext uri="{FF2B5EF4-FFF2-40B4-BE49-F238E27FC236}">
                    <a16:creationId xmlns:a16="http://schemas.microsoft.com/office/drawing/2014/main" id="{2C738CF7-642C-0C6A-8939-EFE6CD7FCBAE}"/>
                  </a:ext>
                </a:extLst>
              </p:cNvPr>
              <p:cNvSpPr/>
              <p:nvPr/>
            </p:nvSpPr>
            <p:spPr>
              <a:xfrm flipH="1">
                <a:off x="704551" y="2022613"/>
                <a:ext cx="879475" cy="1439864"/>
              </a:xfrm>
              <a:custGeom>
                <a:avLst/>
                <a:gdLst/>
                <a:ahLst/>
                <a:cxnLst/>
                <a:rect l="l" t="t" r="r" b="b"/>
                <a:pathLst>
                  <a:path w="368" h="602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563"/>
                      <a:pt x="0" y="563"/>
                      <a:pt x="0" y="563"/>
                    </a:cubicBezTo>
                    <a:cubicBezTo>
                      <a:pt x="0" y="577"/>
                      <a:pt x="12" y="589"/>
                      <a:pt x="26" y="589"/>
                    </a:cubicBezTo>
                    <a:cubicBezTo>
                      <a:pt x="310" y="589"/>
                      <a:pt x="310" y="589"/>
                      <a:pt x="310" y="589"/>
                    </a:cubicBezTo>
                    <a:cubicBezTo>
                      <a:pt x="310" y="592"/>
                      <a:pt x="313" y="596"/>
                      <a:pt x="315" y="598"/>
                    </a:cubicBezTo>
                    <a:cubicBezTo>
                      <a:pt x="318" y="600"/>
                      <a:pt x="322" y="602"/>
                      <a:pt x="326" y="602"/>
                    </a:cubicBezTo>
                    <a:cubicBezTo>
                      <a:pt x="327" y="602"/>
                      <a:pt x="327" y="602"/>
                      <a:pt x="327" y="602"/>
                    </a:cubicBezTo>
                    <a:cubicBezTo>
                      <a:pt x="328" y="602"/>
                      <a:pt x="328" y="602"/>
                      <a:pt x="328" y="602"/>
                    </a:cubicBezTo>
                    <a:cubicBezTo>
                      <a:pt x="328" y="601"/>
                      <a:pt x="328" y="601"/>
                      <a:pt x="328" y="601"/>
                    </a:cubicBezTo>
                    <a:cubicBezTo>
                      <a:pt x="326" y="597"/>
                      <a:pt x="326" y="593"/>
                      <a:pt x="326" y="589"/>
                    </a:cubicBezTo>
                    <a:cubicBezTo>
                      <a:pt x="342" y="589"/>
                      <a:pt x="342" y="589"/>
                      <a:pt x="342" y="589"/>
                    </a:cubicBezTo>
                    <a:cubicBezTo>
                      <a:pt x="356" y="589"/>
                      <a:pt x="368" y="577"/>
                      <a:pt x="368" y="563"/>
                    </a:cubicBezTo>
                    <a:cubicBezTo>
                      <a:pt x="368" y="25"/>
                      <a:pt x="368" y="25"/>
                      <a:pt x="368" y="25"/>
                    </a:cubicBezTo>
                    <a:cubicBezTo>
                      <a:pt x="368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33">
                <a:extLst>
                  <a:ext uri="{FF2B5EF4-FFF2-40B4-BE49-F238E27FC236}">
                    <a16:creationId xmlns:a16="http://schemas.microsoft.com/office/drawing/2014/main" id="{44731E1C-F207-280F-D872-F2B72C3D52DF}"/>
                  </a:ext>
                </a:extLst>
              </p:cNvPr>
              <p:cNvGrpSpPr/>
              <p:nvPr/>
            </p:nvGrpSpPr>
            <p:grpSpPr>
              <a:xfrm>
                <a:off x="839488" y="2182413"/>
                <a:ext cx="609600" cy="1117540"/>
                <a:chOff x="7453338" y="715125"/>
                <a:chExt cx="609600" cy="1117540"/>
              </a:xfrm>
            </p:grpSpPr>
            <p:cxnSp>
              <p:nvCxnSpPr>
                <p:cNvPr id="922" name="Google Shape;922;p33">
                  <a:extLst>
                    <a:ext uri="{FF2B5EF4-FFF2-40B4-BE49-F238E27FC236}">
                      <a16:creationId xmlns:a16="http://schemas.microsoft.com/office/drawing/2014/main" id="{A5341D55-8717-E9C8-DDDD-F47A5FB33FFA}"/>
                    </a:ext>
                  </a:extLst>
                </p:cNvPr>
                <p:cNvCxnSpPr/>
                <p:nvPr/>
              </p:nvCxnSpPr>
              <p:spPr>
                <a:xfrm>
                  <a:off x="7453338" y="715125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3" name="Google Shape;923;p33">
                  <a:extLst>
                    <a:ext uri="{FF2B5EF4-FFF2-40B4-BE49-F238E27FC236}">
                      <a16:creationId xmlns:a16="http://schemas.microsoft.com/office/drawing/2014/main" id="{B9C33739-318D-873A-DA3F-5165900DC3A4}"/>
                    </a:ext>
                  </a:extLst>
                </p:cNvPr>
                <p:cNvCxnSpPr/>
                <p:nvPr/>
              </p:nvCxnSpPr>
              <p:spPr>
                <a:xfrm>
                  <a:off x="7453338" y="81672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4" name="Google Shape;924;p33">
                  <a:extLst>
                    <a:ext uri="{FF2B5EF4-FFF2-40B4-BE49-F238E27FC236}">
                      <a16:creationId xmlns:a16="http://schemas.microsoft.com/office/drawing/2014/main" id="{E3D2351C-3C6D-FDF4-0D4F-CB25F6D2157A}"/>
                    </a:ext>
                  </a:extLst>
                </p:cNvPr>
                <p:cNvCxnSpPr/>
                <p:nvPr/>
              </p:nvCxnSpPr>
              <p:spPr>
                <a:xfrm>
                  <a:off x="7453338" y="918314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5" name="Google Shape;925;p33">
                  <a:extLst>
                    <a:ext uri="{FF2B5EF4-FFF2-40B4-BE49-F238E27FC236}">
                      <a16:creationId xmlns:a16="http://schemas.microsoft.com/office/drawing/2014/main" id="{00D2BEC5-0C8A-1C87-40D1-BA92A0B10B88}"/>
                    </a:ext>
                  </a:extLst>
                </p:cNvPr>
                <p:cNvCxnSpPr/>
                <p:nvPr/>
              </p:nvCxnSpPr>
              <p:spPr>
                <a:xfrm>
                  <a:off x="7453338" y="1019909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6" name="Google Shape;926;p33">
                  <a:extLst>
                    <a:ext uri="{FF2B5EF4-FFF2-40B4-BE49-F238E27FC236}">
                      <a16:creationId xmlns:a16="http://schemas.microsoft.com/office/drawing/2014/main" id="{D03D00B3-7801-2DAF-B0E0-9CEC0AF9E2F7}"/>
                    </a:ext>
                  </a:extLst>
                </p:cNvPr>
                <p:cNvCxnSpPr/>
                <p:nvPr/>
              </p:nvCxnSpPr>
              <p:spPr>
                <a:xfrm>
                  <a:off x="7453338" y="1121503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7" name="Google Shape;927;p33">
                  <a:extLst>
                    <a:ext uri="{FF2B5EF4-FFF2-40B4-BE49-F238E27FC236}">
                      <a16:creationId xmlns:a16="http://schemas.microsoft.com/office/drawing/2014/main" id="{89E756F2-A239-73DF-6F00-E164E7C7A3DF}"/>
                    </a:ext>
                  </a:extLst>
                </p:cNvPr>
                <p:cNvCxnSpPr/>
                <p:nvPr/>
              </p:nvCxnSpPr>
              <p:spPr>
                <a:xfrm>
                  <a:off x="7453338" y="1223098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8" name="Google Shape;928;p33">
                  <a:extLst>
                    <a:ext uri="{FF2B5EF4-FFF2-40B4-BE49-F238E27FC236}">
                      <a16:creationId xmlns:a16="http://schemas.microsoft.com/office/drawing/2014/main" id="{C8F78539-A71E-4DF2-4D62-CE16B2B82678}"/>
                    </a:ext>
                  </a:extLst>
                </p:cNvPr>
                <p:cNvCxnSpPr/>
                <p:nvPr/>
              </p:nvCxnSpPr>
              <p:spPr>
                <a:xfrm>
                  <a:off x="7453338" y="1324692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9" name="Google Shape;929;p33">
                  <a:extLst>
                    <a:ext uri="{FF2B5EF4-FFF2-40B4-BE49-F238E27FC236}">
                      <a16:creationId xmlns:a16="http://schemas.microsoft.com/office/drawing/2014/main" id="{24BC06CF-5CDF-757C-E3F4-DA38FF796A13}"/>
                    </a:ext>
                  </a:extLst>
                </p:cNvPr>
                <p:cNvCxnSpPr/>
                <p:nvPr/>
              </p:nvCxnSpPr>
              <p:spPr>
                <a:xfrm>
                  <a:off x="7453338" y="1426287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0" name="Google Shape;930;p33">
                  <a:extLst>
                    <a:ext uri="{FF2B5EF4-FFF2-40B4-BE49-F238E27FC236}">
                      <a16:creationId xmlns:a16="http://schemas.microsoft.com/office/drawing/2014/main" id="{ABB3DC10-789A-2CF1-44C5-4DC5CBB8D367}"/>
                    </a:ext>
                  </a:extLst>
                </p:cNvPr>
                <p:cNvCxnSpPr/>
                <p:nvPr/>
              </p:nvCxnSpPr>
              <p:spPr>
                <a:xfrm>
                  <a:off x="7453338" y="1527881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1" name="Google Shape;931;p33">
                  <a:extLst>
                    <a:ext uri="{FF2B5EF4-FFF2-40B4-BE49-F238E27FC236}">
                      <a16:creationId xmlns:a16="http://schemas.microsoft.com/office/drawing/2014/main" id="{A7595AF1-1D84-3449-904F-2C01C3734DCC}"/>
                    </a:ext>
                  </a:extLst>
                </p:cNvPr>
                <p:cNvCxnSpPr/>
                <p:nvPr/>
              </p:nvCxnSpPr>
              <p:spPr>
                <a:xfrm>
                  <a:off x="7453338" y="1629476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2" name="Google Shape;932;p33">
                  <a:extLst>
                    <a:ext uri="{FF2B5EF4-FFF2-40B4-BE49-F238E27FC236}">
                      <a16:creationId xmlns:a16="http://schemas.microsoft.com/office/drawing/2014/main" id="{CDF8A478-3BAF-C5BF-691C-F7D7AE6BE06B}"/>
                    </a:ext>
                  </a:extLst>
                </p:cNvPr>
                <p:cNvCxnSpPr/>
                <p:nvPr/>
              </p:nvCxnSpPr>
              <p:spPr>
                <a:xfrm>
                  <a:off x="7453338" y="173107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3" name="Google Shape;933;p33">
                  <a:extLst>
                    <a:ext uri="{FF2B5EF4-FFF2-40B4-BE49-F238E27FC236}">
                      <a16:creationId xmlns:a16="http://schemas.microsoft.com/office/drawing/2014/main" id="{4768832D-1946-AE3A-E8A8-13F65C048C00}"/>
                    </a:ext>
                  </a:extLst>
                </p:cNvPr>
                <p:cNvCxnSpPr/>
                <p:nvPr/>
              </p:nvCxnSpPr>
              <p:spPr>
                <a:xfrm>
                  <a:off x="7453338" y="1832665"/>
                  <a:ext cx="280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4" name="Google Shape;934;p33">
              <a:extLst>
                <a:ext uri="{FF2B5EF4-FFF2-40B4-BE49-F238E27FC236}">
                  <a16:creationId xmlns:a16="http://schemas.microsoft.com/office/drawing/2014/main" id="{FAEE5A72-432E-E639-A62A-283DE5CC86AD}"/>
                </a:ext>
              </a:extLst>
            </p:cNvPr>
            <p:cNvGrpSpPr/>
            <p:nvPr/>
          </p:nvGrpSpPr>
          <p:grpSpPr>
            <a:xfrm>
              <a:off x="1386950" y="3987826"/>
              <a:ext cx="1544651" cy="315750"/>
              <a:chOff x="1386950" y="3823101"/>
              <a:chExt cx="1544651" cy="315750"/>
            </a:xfrm>
          </p:grpSpPr>
          <p:sp>
            <p:nvSpPr>
              <p:cNvPr id="935" name="Google Shape;935;p33">
                <a:extLst>
                  <a:ext uri="{FF2B5EF4-FFF2-40B4-BE49-F238E27FC236}">
                    <a16:creationId xmlns:a16="http://schemas.microsoft.com/office/drawing/2014/main" id="{C6B15681-542E-FE9F-B2C9-70A60E960788}"/>
                  </a:ext>
                </a:extLst>
              </p:cNvPr>
              <p:cNvSpPr/>
              <p:nvPr/>
            </p:nvSpPr>
            <p:spPr>
              <a:xfrm>
                <a:off x="1386950" y="3823101"/>
                <a:ext cx="1544651" cy="31575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104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1"/>
                      <a:pt x="0" y="25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80"/>
                      <a:pt x="12" y="91"/>
                      <a:pt x="26" y="91"/>
                    </a:cubicBezTo>
                    <a:cubicBezTo>
                      <a:pt x="588" y="91"/>
                      <a:pt x="588" y="91"/>
                      <a:pt x="588" y="91"/>
                    </a:cubicBezTo>
                    <a:cubicBezTo>
                      <a:pt x="589" y="95"/>
                      <a:pt x="591" y="98"/>
                      <a:pt x="594" y="100"/>
                    </a:cubicBezTo>
                    <a:cubicBezTo>
                      <a:pt x="597" y="103"/>
                      <a:pt x="601" y="104"/>
                      <a:pt x="604" y="104"/>
                    </a:cubicBezTo>
                    <a:cubicBezTo>
                      <a:pt x="605" y="104"/>
                      <a:pt x="605" y="104"/>
                      <a:pt x="606" y="104"/>
                    </a:cubicBezTo>
                    <a:cubicBezTo>
                      <a:pt x="606" y="104"/>
                      <a:pt x="606" y="104"/>
                      <a:pt x="606" y="104"/>
                    </a:cubicBezTo>
                    <a:cubicBezTo>
                      <a:pt x="606" y="103"/>
                      <a:pt x="606" y="103"/>
                      <a:pt x="606" y="103"/>
                    </a:cubicBezTo>
                    <a:cubicBezTo>
                      <a:pt x="604" y="99"/>
                      <a:pt x="604" y="95"/>
                      <a:pt x="604" y="91"/>
                    </a:cubicBezTo>
                    <a:cubicBezTo>
                      <a:pt x="620" y="91"/>
                      <a:pt x="620" y="91"/>
                      <a:pt x="620" y="91"/>
                    </a:cubicBezTo>
                    <a:cubicBezTo>
                      <a:pt x="634" y="91"/>
                      <a:pt x="646" y="80"/>
                      <a:pt x="646" y="66"/>
                    </a:cubicBezTo>
                    <a:cubicBezTo>
                      <a:pt x="646" y="25"/>
                      <a:pt x="646" y="25"/>
                      <a:pt x="646" y="25"/>
                    </a:cubicBezTo>
                    <a:cubicBezTo>
                      <a:pt x="646" y="11"/>
                      <a:pt x="634" y="0"/>
                      <a:pt x="620" y="0"/>
                    </a:cubicBez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6" name="Google Shape;936;p33">
                <a:extLst>
                  <a:ext uri="{FF2B5EF4-FFF2-40B4-BE49-F238E27FC236}">
                    <a16:creationId xmlns:a16="http://schemas.microsoft.com/office/drawing/2014/main" id="{C548EBDC-2B61-4C2F-7E92-ECEE1B4CE4B2}"/>
                  </a:ext>
                </a:extLst>
              </p:cNvPr>
              <p:cNvGrpSpPr/>
              <p:nvPr/>
            </p:nvGrpSpPr>
            <p:grpSpPr>
              <a:xfrm>
                <a:off x="1485502" y="3909138"/>
                <a:ext cx="1369506" cy="102388"/>
                <a:chOff x="5848350" y="2772075"/>
                <a:chExt cx="1285800" cy="102388"/>
              </a:xfrm>
            </p:grpSpPr>
            <p:cxnSp>
              <p:nvCxnSpPr>
                <p:cNvPr id="937" name="Google Shape;937;p33">
                  <a:extLst>
                    <a:ext uri="{FF2B5EF4-FFF2-40B4-BE49-F238E27FC236}">
                      <a16:creationId xmlns:a16="http://schemas.microsoft.com/office/drawing/2014/main" id="{E6BDAD2C-7804-6CD3-0A4C-01880E13730B}"/>
                    </a:ext>
                  </a:extLst>
                </p:cNvPr>
                <p:cNvCxnSpPr/>
                <p:nvPr/>
              </p:nvCxnSpPr>
              <p:spPr>
                <a:xfrm>
                  <a:off x="5848350" y="2772075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8" name="Google Shape;938;p33">
                  <a:extLst>
                    <a:ext uri="{FF2B5EF4-FFF2-40B4-BE49-F238E27FC236}">
                      <a16:creationId xmlns:a16="http://schemas.microsoft.com/office/drawing/2014/main" id="{DF19ABA8-20C1-F5E0-D51C-7A133548C92D}"/>
                    </a:ext>
                  </a:extLst>
                </p:cNvPr>
                <p:cNvCxnSpPr/>
                <p:nvPr/>
              </p:nvCxnSpPr>
              <p:spPr>
                <a:xfrm>
                  <a:off x="5848350" y="2874463"/>
                  <a:ext cx="389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9" name="Google Shape;939;p33">
              <a:extLst>
                <a:ext uri="{FF2B5EF4-FFF2-40B4-BE49-F238E27FC236}">
                  <a16:creationId xmlns:a16="http://schemas.microsoft.com/office/drawing/2014/main" id="{3B4D1A5D-8BC4-218D-16E6-6F49C78742D4}"/>
                </a:ext>
              </a:extLst>
            </p:cNvPr>
            <p:cNvGrpSpPr/>
            <p:nvPr/>
          </p:nvGrpSpPr>
          <p:grpSpPr>
            <a:xfrm>
              <a:off x="2079875" y="3368426"/>
              <a:ext cx="877888" cy="469900"/>
              <a:chOff x="2079875" y="3121151"/>
              <a:chExt cx="877888" cy="469900"/>
            </a:xfrm>
          </p:grpSpPr>
          <p:sp>
            <p:nvSpPr>
              <p:cNvPr id="940" name="Google Shape;940;p33">
                <a:extLst>
                  <a:ext uri="{FF2B5EF4-FFF2-40B4-BE49-F238E27FC236}">
                    <a16:creationId xmlns:a16="http://schemas.microsoft.com/office/drawing/2014/main" id="{ABD039D3-4C98-5CF5-9389-353399F4B3DF}"/>
                  </a:ext>
                </a:extLst>
              </p:cNvPr>
              <p:cNvSpPr/>
              <p:nvPr/>
            </p:nvSpPr>
            <p:spPr>
              <a:xfrm>
                <a:off x="2079875" y="3121150"/>
                <a:ext cx="877888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97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2" y="184"/>
                      <a:pt x="26" y="184"/>
                    </a:cubicBezTo>
                    <a:cubicBezTo>
                      <a:pt x="309" y="184"/>
                      <a:pt x="309" y="184"/>
                      <a:pt x="309" y="184"/>
                    </a:cubicBezTo>
                    <a:cubicBezTo>
                      <a:pt x="310" y="187"/>
                      <a:pt x="312" y="191"/>
                      <a:pt x="315" y="193"/>
                    </a:cubicBezTo>
                    <a:cubicBezTo>
                      <a:pt x="318" y="196"/>
                      <a:pt x="322" y="197"/>
                      <a:pt x="326" y="197"/>
                    </a:cubicBezTo>
                    <a:cubicBezTo>
                      <a:pt x="326" y="197"/>
                      <a:pt x="327" y="197"/>
                      <a:pt x="327" y="197"/>
                    </a:cubicBezTo>
                    <a:cubicBezTo>
                      <a:pt x="328" y="197"/>
                      <a:pt x="328" y="197"/>
                      <a:pt x="328" y="197"/>
                    </a:cubicBezTo>
                    <a:cubicBezTo>
                      <a:pt x="328" y="196"/>
                      <a:pt x="328" y="196"/>
                      <a:pt x="328" y="196"/>
                    </a:cubicBezTo>
                    <a:cubicBezTo>
                      <a:pt x="326" y="192"/>
                      <a:pt x="325" y="188"/>
                      <a:pt x="326" y="184"/>
                    </a:cubicBezTo>
                    <a:cubicBezTo>
                      <a:pt x="342" y="184"/>
                      <a:pt x="342" y="184"/>
                      <a:pt x="342" y="184"/>
                    </a:cubicBezTo>
                    <a:cubicBezTo>
                      <a:pt x="356" y="184"/>
                      <a:pt x="367" y="172"/>
                      <a:pt x="367" y="158"/>
                    </a:cubicBezTo>
                    <a:cubicBezTo>
                      <a:pt x="367" y="25"/>
                      <a:pt x="367" y="25"/>
                      <a:pt x="367" y="25"/>
                    </a:cubicBezTo>
                    <a:cubicBezTo>
                      <a:pt x="367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41" name="Google Shape;941;p33">
                <a:extLst>
                  <a:ext uri="{FF2B5EF4-FFF2-40B4-BE49-F238E27FC236}">
                    <a16:creationId xmlns:a16="http://schemas.microsoft.com/office/drawing/2014/main" id="{6BEB81E7-98AB-BE97-866F-2563D04C149A}"/>
                  </a:ext>
                </a:extLst>
              </p:cNvPr>
              <p:cNvGrpSpPr/>
              <p:nvPr/>
            </p:nvGrpSpPr>
            <p:grpSpPr>
              <a:xfrm>
                <a:off x="2181689" y="3241906"/>
                <a:ext cx="674279" cy="203189"/>
                <a:chOff x="2181677" y="2165344"/>
                <a:chExt cx="674279" cy="203189"/>
              </a:xfrm>
            </p:grpSpPr>
            <p:cxnSp>
              <p:nvCxnSpPr>
                <p:cNvPr id="942" name="Google Shape;942;p33">
                  <a:extLst>
                    <a:ext uri="{FF2B5EF4-FFF2-40B4-BE49-F238E27FC236}">
                      <a16:creationId xmlns:a16="http://schemas.microsoft.com/office/drawing/2014/main" id="{172BE161-1EF9-1E20-270F-DC9C89BFD95A}"/>
                    </a:ext>
                  </a:extLst>
                </p:cNvPr>
                <p:cNvCxnSpPr/>
                <p:nvPr/>
              </p:nvCxnSpPr>
              <p:spPr>
                <a:xfrm>
                  <a:off x="2181677" y="2165344"/>
                  <a:ext cx="67427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3" name="Google Shape;943;p33">
                  <a:extLst>
                    <a:ext uri="{FF2B5EF4-FFF2-40B4-BE49-F238E27FC236}">
                      <a16:creationId xmlns:a16="http://schemas.microsoft.com/office/drawing/2014/main" id="{EFA3AEDF-9732-43D2-86C0-BF63F93D33F7}"/>
                    </a:ext>
                  </a:extLst>
                </p:cNvPr>
                <p:cNvCxnSpPr/>
                <p:nvPr/>
              </p:nvCxnSpPr>
              <p:spPr>
                <a:xfrm>
                  <a:off x="2181677" y="2266938"/>
                  <a:ext cx="67427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4" name="Google Shape;944;p33">
                  <a:extLst>
                    <a:ext uri="{FF2B5EF4-FFF2-40B4-BE49-F238E27FC236}">
                      <a16:creationId xmlns:a16="http://schemas.microsoft.com/office/drawing/2014/main" id="{70B63264-7483-EEE4-092E-90DD91CB6171}"/>
                    </a:ext>
                  </a:extLst>
                </p:cNvPr>
                <p:cNvCxnSpPr/>
                <p:nvPr/>
              </p:nvCxnSpPr>
              <p:spPr>
                <a:xfrm>
                  <a:off x="2181677" y="2368533"/>
                  <a:ext cx="67427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45" name="Google Shape;945;p33">
              <a:extLst>
                <a:ext uri="{FF2B5EF4-FFF2-40B4-BE49-F238E27FC236}">
                  <a16:creationId xmlns:a16="http://schemas.microsoft.com/office/drawing/2014/main" id="{590D73E3-5F0F-4637-933E-D2B222E4E98A}"/>
                </a:ext>
              </a:extLst>
            </p:cNvPr>
            <p:cNvGrpSpPr/>
            <p:nvPr/>
          </p:nvGrpSpPr>
          <p:grpSpPr>
            <a:xfrm>
              <a:off x="1736425" y="2257167"/>
              <a:ext cx="1094925" cy="430550"/>
              <a:chOff x="1862850" y="1718717"/>
              <a:chExt cx="1094925" cy="430550"/>
            </a:xfrm>
          </p:grpSpPr>
          <p:sp>
            <p:nvSpPr>
              <p:cNvPr id="946" name="Google Shape;946;p33">
                <a:extLst>
                  <a:ext uri="{FF2B5EF4-FFF2-40B4-BE49-F238E27FC236}">
                    <a16:creationId xmlns:a16="http://schemas.microsoft.com/office/drawing/2014/main" id="{611D1549-FA7E-A985-64AD-A62E5E49FE15}"/>
                  </a:ext>
                </a:extLst>
              </p:cNvPr>
              <p:cNvSpPr/>
              <p:nvPr/>
            </p:nvSpPr>
            <p:spPr>
              <a:xfrm flipH="1">
                <a:off x="1862850" y="1718717"/>
                <a:ext cx="1094925" cy="430550"/>
              </a:xfrm>
              <a:custGeom>
                <a:avLst/>
                <a:gdLst/>
                <a:ahLst/>
                <a:cxnLst/>
                <a:rect l="l" t="t" r="r" b="b"/>
                <a:pathLst>
                  <a:path w="333" h="131" extrusionOk="0">
                    <a:moveTo>
                      <a:pt x="309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1"/>
                      <a:pt x="0" y="23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0" y="108"/>
                      <a:pt x="10" y="118"/>
                      <a:pt x="23" y="118"/>
                    </a:cubicBezTo>
                    <a:cubicBezTo>
                      <a:pt x="34" y="118"/>
                      <a:pt x="34" y="118"/>
                      <a:pt x="34" y="118"/>
                    </a:cubicBezTo>
                    <a:cubicBezTo>
                      <a:pt x="34" y="122"/>
                      <a:pt x="34" y="126"/>
                      <a:pt x="32" y="130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33" y="131"/>
                      <a:pt x="33" y="131"/>
                      <a:pt x="34" y="131"/>
                    </a:cubicBezTo>
                    <a:cubicBezTo>
                      <a:pt x="37" y="131"/>
                      <a:pt x="41" y="130"/>
                      <a:pt x="44" y="127"/>
                    </a:cubicBezTo>
                    <a:cubicBezTo>
                      <a:pt x="47" y="125"/>
                      <a:pt x="49" y="122"/>
                      <a:pt x="50" y="118"/>
                    </a:cubicBezTo>
                    <a:cubicBezTo>
                      <a:pt x="309" y="118"/>
                      <a:pt x="309" y="118"/>
                      <a:pt x="309" y="118"/>
                    </a:cubicBezTo>
                    <a:cubicBezTo>
                      <a:pt x="322" y="118"/>
                      <a:pt x="333" y="108"/>
                      <a:pt x="333" y="95"/>
                    </a:cubicBezTo>
                    <a:cubicBezTo>
                      <a:pt x="333" y="23"/>
                      <a:pt x="333" y="23"/>
                      <a:pt x="333" y="23"/>
                    </a:cubicBezTo>
                    <a:cubicBezTo>
                      <a:pt x="333" y="11"/>
                      <a:pt x="322" y="0"/>
                      <a:pt x="309" y="0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47" name="Google Shape;947;p33">
                <a:extLst>
                  <a:ext uri="{FF2B5EF4-FFF2-40B4-BE49-F238E27FC236}">
                    <a16:creationId xmlns:a16="http://schemas.microsoft.com/office/drawing/2014/main" id="{CA4B04E3-3304-7118-A829-9143B87D7B6D}"/>
                  </a:ext>
                </a:extLst>
              </p:cNvPr>
              <p:cNvGrpSpPr/>
              <p:nvPr/>
            </p:nvGrpSpPr>
            <p:grpSpPr>
              <a:xfrm>
                <a:off x="1978095" y="1808221"/>
                <a:ext cx="877866" cy="203169"/>
                <a:chOff x="2181677" y="2165344"/>
                <a:chExt cx="674400" cy="203189"/>
              </a:xfrm>
            </p:grpSpPr>
            <p:cxnSp>
              <p:nvCxnSpPr>
                <p:cNvPr id="948" name="Google Shape;948;p33">
                  <a:extLst>
                    <a:ext uri="{FF2B5EF4-FFF2-40B4-BE49-F238E27FC236}">
                      <a16:creationId xmlns:a16="http://schemas.microsoft.com/office/drawing/2014/main" id="{552AB198-B803-5DCA-9467-2B410D13EB71}"/>
                    </a:ext>
                  </a:extLst>
                </p:cNvPr>
                <p:cNvCxnSpPr/>
                <p:nvPr/>
              </p:nvCxnSpPr>
              <p:spPr>
                <a:xfrm>
                  <a:off x="2181677" y="2165344"/>
                  <a:ext cx="67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9" name="Google Shape;949;p33">
                  <a:extLst>
                    <a:ext uri="{FF2B5EF4-FFF2-40B4-BE49-F238E27FC236}">
                      <a16:creationId xmlns:a16="http://schemas.microsoft.com/office/drawing/2014/main" id="{98E92FE7-AD33-7E60-9364-9DD4081C3772}"/>
                    </a:ext>
                  </a:extLst>
                </p:cNvPr>
                <p:cNvCxnSpPr/>
                <p:nvPr/>
              </p:nvCxnSpPr>
              <p:spPr>
                <a:xfrm>
                  <a:off x="2181677" y="2266938"/>
                  <a:ext cx="67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0" name="Google Shape;950;p33">
                  <a:extLst>
                    <a:ext uri="{FF2B5EF4-FFF2-40B4-BE49-F238E27FC236}">
                      <a16:creationId xmlns:a16="http://schemas.microsoft.com/office/drawing/2014/main" id="{553D6B0A-DED8-2AA7-CA8A-C82601389D7F}"/>
                    </a:ext>
                  </a:extLst>
                </p:cNvPr>
                <p:cNvCxnSpPr/>
                <p:nvPr/>
              </p:nvCxnSpPr>
              <p:spPr>
                <a:xfrm>
                  <a:off x="2181677" y="2368533"/>
                  <a:ext cx="20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cxnSp>
        <p:nvCxnSpPr>
          <p:cNvPr id="951" name="Google Shape;951;p33">
            <a:extLst>
              <a:ext uri="{FF2B5EF4-FFF2-40B4-BE49-F238E27FC236}">
                <a16:creationId xmlns:a16="http://schemas.microsoft.com/office/drawing/2014/main" id="{E9235C9C-1D2D-B3EB-1D26-2683C7AC4D92}"/>
              </a:ext>
            </a:extLst>
          </p:cNvPr>
          <p:cNvCxnSpPr/>
          <p:nvPr/>
        </p:nvCxnSpPr>
        <p:spPr>
          <a:xfrm>
            <a:off x="4310875" y="3755775"/>
            <a:ext cx="411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2" name="Google Shape;952;p33">
            <a:extLst>
              <a:ext uri="{FF2B5EF4-FFF2-40B4-BE49-F238E27FC236}">
                <a16:creationId xmlns:a16="http://schemas.microsoft.com/office/drawing/2014/main" id="{F41DC5D7-3E4A-17C9-94C6-49195284CB3F}"/>
              </a:ext>
            </a:extLst>
          </p:cNvPr>
          <p:cNvCxnSpPr/>
          <p:nvPr/>
        </p:nvCxnSpPr>
        <p:spPr>
          <a:xfrm>
            <a:off x="4310875" y="2724668"/>
            <a:ext cx="411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15311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386E9424-B464-3C5C-909E-E8BBCA196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4">
            <a:extLst>
              <a:ext uri="{FF2B5EF4-FFF2-40B4-BE49-F238E27FC236}">
                <a16:creationId xmlns:a16="http://schemas.microsoft.com/office/drawing/2014/main" id="{71573BDB-FF3D-5CEC-676E-6BEE39D428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327" y="190903"/>
            <a:ext cx="864702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/>
              <a:t>How I Approached the Problem</a:t>
            </a:r>
            <a:endParaRPr dirty="0">
              <a:latin typeface="Barlow" panose="00000500000000000000" pitchFamily="2" charset="0"/>
            </a:endParaRPr>
          </a:p>
        </p:txBody>
      </p:sp>
      <p:sp>
        <p:nvSpPr>
          <p:cNvPr id="960" name="Google Shape;960;p34">
            <a:extLst>
              <a:ext uri="{FF2B5EF4-FFF2-40B4-BE49-F238E27FC236}">
                <a16:creationId xmlns:a16="http://schemas.microsoft.com/office/drawing/2014/main" id="{EA592019-370D-ED6F-EBC5-5D9143395CA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38419" y="763603"/>
            <a:ext cx="7222829" cy="42979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Designing an Intelligent Learning System</a:t>
            </a:r>
          </a:p>
          <a:p>
            <a:r>
              <a:rPr lang="en-US" sz="1600" dirty="0"/>
              <a:t>To solve this problem, I designed a </a:t>
            </a:r>
            <a:r>
              <a:rPr lang="en-US" sz="1600" b="1" dirty="0"/>
              <a:t>two-layer AI architecture</a:t>
            </a:r>
            <a:r>
              <a:rPr lang="en-US" sz="1600" dirty="0"/>
              <a:t>:</a:t>
            </a:r>
          </a:p>
          <a:p>
            <a:endParaRPr lang="en-US" sz="1600" dirty="0"/>
          </a:p>
          <a:p>
            <a:r>
              <a:rPr lang="en-US" sz="1600" b="1" dirty="0"/>
              <a:t>Knowledge Retrieval (RAG)</a:t>
            </a:r>
            <a:br>
              <a:rPr lang="en-US" sz="1600" dirty="0"/>
            </a:br>
            <a:r>
              <a:rPr lang="en-US" sz="1600" dirty="0"/>
              <a:t>The chatbot reads uploaded study materials (PDF/TXT) and retrieves the most relevant content.</a:t>
            </a:r>
          </a:p>
          <a:p>
            <a:r>
              <a:rPr lang="en-US" sz="1600" b="1" dirty="0"/>
              <a:t>Real-Time Web Intelligence</a:t>
            </a:r>
            <a:br>
              <a:rPr lang="en-US" sz="1600" dirty="0"/>
            </a:br>
            <a:r>
              <a:rPr lang="en-US" sz="1600" dirty="0"/>
              <a:t>If the answer isn't available in the notes, the system automatically searches the web for accurate information.</a:t>
            </a:r>
          </a:p>
          <a:p>
            <a:endParaRPr lang="en-US" sz="1600" dirty="0"/>
          </a:p>
          <a:p>
            <a:r>
              <a:rPr lang="en-US" sz="1600" b="1" dirty="0"/>
              <a:t>Engineering Principles Used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Modular Python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Secure API key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Robust error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Efficient AI model integration</a:t>
            </a:r>
          </a:p>
          <a:p>
            <a:r>
              <a:rPr lang="en-US" sz="1600" dirty="0"/>
              <a:t>This ensures the chatbot is </a:t>
            </a:r>
            <a:r>
              <a:rPr lang="en-US" sz="1600" b="1" dirty="0"/>
              <a:t>fast, reliable, and scalable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8419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>
          <a:extLst>
            <a:ext uri="{FF2B5EF4-FFF2-40B4-BE49-F238E27FC236}">
              <a16:creationId xmlns:a16="http://schemas.microsoft.com/office/drawing/2014/main" id="{7142D344-BE71-6405-410E-4FC500EAC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3">
            <a:extLst>
              <a:ext uri="{FF2B5EF4-FFF2-40B4-BE49-F238E27FC236}">
                <a16:creationId xmlns:a16="http://schemas.microsoft.com/office/drawing/2014/main" id="{6D5B631E-E152-B809-AC77-14F29BE0C0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3745" y="2636645"/>
            <a:ext cx="4557132" cy="10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800" dirty="0"/>
              <a:t>The Solution</a:t>
            </a:r>
            <a:endParaRPr sz="2800" dirty="0"/>
          </a:p>
        </p:txBody>
      </p:sp>
      <p:sp>
        <p:nvSpPr>
          <p:cNvPr id="911" name="Google Shape;911;p33">
            <a:extLst>
              <a:ext uri="{FF2B5EF4-FFF2-40B4-BE49-F238E27FC236}">
                <a16:creationId xmlns:a16="http://schemas.microsoft.com/office/drawing/2014/main" id="{0EDDF9AF-B710-1E55-8928-FAC6EEB1114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95075" y="1806613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912" name="Google Shape;912;p33">
            <a:extLst>
              <a:ext uri="{FF2B5EF4-FFF2-40B4-BE49-F238E27FC236}">
                <a16:creationId xmlns:a16="http://schemas.microsoft.com/office/drawing/2014/main" id="{389D92FE-C8A1-0A7A-F0FC-EA7DB9E988AF}"/>
              </a:ext>
            </a:extLst>
          </p:cNvPr>
          <p:cNvGrpSpPr/>
          <p:nvPr/>
        </p:nvGrpSpPr>
        <p:grpSpPr>
          <a:xfrm>
            <a:off x="704550" y="1577225"/>
            <a:ext cx="2253212" cy="2726351"/>
            <a:chOff x="704550" y="1577225"/>
            <a:chExt cx="2253212" cy="2726351"/>
          </a:xfrm>
        </p:grpSpPr>
        <p:grpSp>
          <p:nvGrpSpPr>
            <p:cNvPr id="913" name="Google Shape;913;p33">
              <a:extLst>
                <a:ext uri="{FF2B5EF4-FFF2-40B4-BE49-F238E27FC236}">
                  <a16:creationId xmlns:a16="http://schemas.microsoft.com/office/drawing/2014/main" id="{EE6F9B29-C7B4-C683-F542-A5D0FDB16091}"/>
                </a:ext>
              </a:extLst>
            </p:cNvPr>
            <p:cNvGrpSpPr/>
            <p:nvPr/>
          </p:nvGrpSpPr>
          <p:grpSpPr>
            <a:xfrm>
              <a:off x="713213" y="1577225"/>
              <a:ext cx="1544638" cy="528638"/>
              <a:chOff x="713213" y="1004650"/>
              <a:chExt cx="1544638" cy="528638"/>
            </a:xfrm>
          </p:grpSpPr>
          <p:sp>
            <p:nvSpPr>
              <p:cNvPr id="914" name="Google Shape;914;p33">
                <a:extLst>
                  <a:ext uri="{FF2B5EF4-FFF2-40B4-BE49-F238E27FC236}">
                    <a16:creationId xmlns:a16="http://schemas.microsoft.com/office/drawing/2014/main" id="{B516E522-7C15-D19D-67E0-BE136C04E308}"/>
                  </a:ext>
                </a:extLst>
              </p:cNvPr>
              <p:cNvSpPr/>
              <p:nvPr/>
            </p:nvSpPr>
            <p:spPr>
              <a:xfrm flipH="1">
                <a:off x="713213" y="1004650"/>
                <a:ext cx="1544638" cy="528638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21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97"/>
                      <a:pt x="12" y="208"/>
                      <a:pt x="26" y="208"/>
                    </a:cubicBezTo>
                    <a:cubicBezTo>
                      <a:pt x="588" y="208"/>
                      <a:pt x="588" y="208"/>
                      <a:pt x="588" y="208"/>
                    </a:cubicBezTo>
                    <a:cubicBezTo>
                      <a:pt x="589" y="212"/>
                      <a:pt x="591" y="215"/>
                      <a:pt x="594" y="218"/>
                    </a:cubicBezTo>
                    <a:cubicBezTo>
                      <a:pt x="597" y="220"/>
                      <a:pt x="601" y="221"/>
                      <a:pt x="604" y="221"/>
                    </a:cubicBezTo>
                    <a:cubicBezTo>
                      <a:pt x="605" y="221"/>
                      <a:pt x="605" y="221"/>
                      <a:pt x="606" y="221"/>
                    </a:cubicBezTo>
                    <a:cubicBezTo>
                      <a:pt x="606" y="221"/>
                      <a:pt x="606" y="221"/>
                      <a:pt x="606" y="221"/>
                    </a:cubicBezTo>
                    <a:cubicBezTo>
                      <a:pt x="606" y="220"/>
                      <a:pt x="606" y="220"/>
                      <a:pt x="606" y="220"/>
                    </a:cubicBezTo>
                    <a:cubicBezTo>
                      <a:pt x="604" y="217"/>
                      <a:pt x="604" y="212"/>
                      <a:pt x="604" y="208"/>
                    </a:cubicBezTo>
                    <a:cubicBezTo>
                      <a:pt x="620" y="208"/>
                      <a:pt x="620" y="208"/>
                      <a:pt x="620" y="208"/>
                    </a:cubicBezTo>
                    <a:cubicBezTo>
                      <a:pt x="634" y="208"/>
                      <a:pt x="646" y="197"/>
                      <a:pt x="646" y="183"/>
                    </a:cubicBezTo>
                    <a:cubicBezTo>
                      <a:pt x="646" y="26"/>
                      <a:pt x="646" y="26"/>
                      <a:pt x="646" y="26"/>
                    </a:cubicBezTo>
                    <a:cubicBezTo>
                      <a:pt x="646" y="12"/>
                      <a:pt x="634" y="0"/>
                      <a:pt x="620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15" name="Google Shape;915;p33">
                <a:extLst>
                  <a:ext uri="{FF2B5EF4-FFF2-40B4-BE49-F238E27FC236}">
                    <a16:creationId xmlns:a16="http://schemas.microsoft.com/office/drawing/2014/main" id="{275541A0-5B40-73B2-6572-776BA3D4FA08}"/>
                  </a:ext>
                </a:extLst>
              </p:cNvPr>
              <p:cNvGrpSpPr/>
              <p:nvPr/>
            </p:nvGrpSpPr>
            <p:grpSpPr>
              <a:xfrm>
                <a:off x="842638" y="1142757"/>
                <a:ext cx="1285800" cy="204775"/>
                <a:chOff x="5848350" y="2788450"/>
                <a:chExt cx="1285800" cy="204775"/>
              </a:xfrm>
            </p:grpSpPr>
            <p:cxnSp>
              <p:nvCxnSpPr>
                <p:cNvPr id="916" name="Google Shape;916;p33">
                  <a:extLst>
                    <a:ext uri="{FF2B5EF4-FFF2-40B4-BE49-F238E27FC236}">
                      <a16:creationId xmlns:a16="http://schemas.microsoft.com/office/drawing/2014/main" id="{E985B1D2-437C-3F0F-3C04-1E4F1511908C}"/>
                    </a:ext>
                  </a:extLst>
                </p:cNvPr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7" name="Google Shape;917;p33">
                  <a:extLst>
                    <a:ext uri="{FF2B5EF4-FFF2-40B4-BE49-F238E27FC236}">
                      <a16:creationId xmlns:a16="http://schemas.microsoft.com/office/drawing/2014/main" id="{FFE932DF-A60E-21A9-31EE-4A31EBACFE9F}"/>
                    </a:ext>
                  </a:extLst>
                </p:cNvPr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8" name="Google Shape;918;p33">
                  <a:extLst>
                    <a:ext uri="{FF2B5EF4-FFF2-40B4-BE49-F238E27FC236}">
                      <a16:creationId xmlns:a16="http://schemas.microsoft.com/office/drawing/2014/main" id="{DC06A532-8E71-2883-47B5-0C418351D523}"/>
                    </a:ext>
                  </a:extLst>
                </p:cNvPr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19" name="Google Shape;919;p33">
              <a:extLst>
                <a:ext uri="{FF2B5EF4-FFF2-40B4-BE49-F238E27FC236}">
                  <a16:creationId xmlns:a16="http://schemas.microsoft.com/office/drawing/2014/main" id="{AD57A1EC-1F69-BCC2-07B8-9866AD65FB1D}"/>
                </a:ext>
              </a:extLst>
            </p:cNvPr>
            <p:cNvGrpSpPr/>
            <p:nvPr/>
          </p:nvGrpSpPr>
          <p:grpSpPr>
            <a:xfrm>
              <a:off x="704551" y="2432263"/>
              <a:ext cx="879475" cy="1439864"/>
              <a:chOff x="704550" y="2022613"/>
              <a:chExt cx="879475" cy="1439864"/>
            </a:xfrm>
          </p:grpSpPr>
          <p:sp>
            <p:nvSpPr>
              <p:cNvPr id="920" name="Google Shape;920;p33">
                <a:extLst>
                  <a:ext uri="{FF2B5EF4-FFF2-40B4-BE49-F238E27FC236}">
                    <a16:creationId xmlns:a16="http://schemas.microsoft.com/office/drawing/2014/main" id="{B6AC593F-5716-337D-3684-577C7F79B9C0}"/>
                  </a:ext>
                </a:extLst>
              </p:cNvPr>
              <p:cNvSpPr/>
              <p:nvPr/>
            </p:nvSpPr>
            <p:spPr>
              <a:xfrm flipH="1">
                <a:off x="704551" y="2022613"/>
                <a:ext cx="879475" cy="1439864"/>
              </a:xfrm>
              <a:custGeom>
                <a:avLst/>
                <a:gdLst/>
                <a:ahLst/>
                <a:cxnLst/>
                <a:rect l="l" t="t" r="r" b="b"/>
                <a:pathLst>
                  <a:path w="368" h="602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563"/>
                      <a:pt x="0" y="563"/>
                      <a:pt x="0" y="563"/>
                    </a:cubicBezTo>
                    <a:cubicBezTo>
                      <a:pt x="0" y="577"/>
                      <a:pt x="12" y="589"/>
                      <a:pt x="26" y="589"/>
                    </a:cubicBezTo>
                    <a:cubicBezTo>
                      <a:pt x="310" y="589"/>
                      <a:pt x="310" y="589"/>
                      <a:pt x="310" y="589"/>
                    </a:cubicBezTo>
                    <a:cubicBezTo>
                      <a:pt x="310" y="592"/>
                      <a:pt x="313" y="596"/>
                      <a:pt x="315" y="598"/>
                    </a:cubicBezTo>
                    <a:cubicBezTo>
                      <a:pt x="318" y="600"/>
                      <a:pt x="322" y="602"/>
                      <a:pt x="326" y="602"/>
                    </a:cubicBezTo>
                    <a:cubicBezTo>
                      <a:pt x="327" y="602"/>
                      <a:pt x="327" y="602"/>
                      <a:pt x="327" y="602"/>
                    </a:cubicBezTo>
                    <a:cubicBezTo>
                      <a:pt x="328" y="602"/>
                      <a:pt x="328" y="602"/>
                      <a:pt x="328" y="602"/>
                    </a:cubicBezTo>
                    <a:cubicBezTo>
                      <a:pt x="328" y="601"/>
                      <a:pt x="328" y="601"/>
                      <a:pt x="328" y="601"/>
                    </a:cubicBezTo>
                    <a:cubicBezTo>
                      <a:pt x="326" y="597"/>
                      <a:pt x="326" y="593"/>
                      <a:pt x="326" y="589"/>
                    </a:cubicBezTo>
                    <a:cubicBezTo>
                      <a:pt x="342" y="589"/>
                      <a:pt x="342" y="589"/>
                      <a:pt x="342" y="589"/>
                    </a:cubicBezTo>
                    <a:cubicBezTo>
                      <a:pt x="356" y="589"/>
                      <a:pt x="368" y="577"/>
                      <a:pt x="368" y="563"/>
                    </a:cubicBezTo>
                    <a:cubicBezTo>
                      <a:pt x="368" y="25"/>
                      <a:pt x="368" y="25"/>
                      <a:pt x="368" y="25"/>
                    </a:cubicBezTo>
                    <a:cubicBezTo>
                      <a:pt x="368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33">
                <a:extLst>
                  <a:ext uri="{FF2B5EF4-FFF2-40B4-BE49-F238E27FC236}">
                    <a16:creationId xmlns:a16="http://schemas.microsoft.com/office/drawing/2014/main" id="{FD586025-20C1-F172-F8D9-B4075A5C2848}"/>
                  </a:ext>
                </a:extLst>
              </p:cNvPr>
              <p:cNvGrpSpPr/>
              <p:nvPr/>
            </p:nvGrpSpPr>
            <p:grpSpPr>
              <a:xfrm>
                <a:off x="839488" y="2182413"/>
                <a:ext cx="609600" cy="1117540"/>
                <a:chOff x="7453338" y="715125"/>
                <a:chExt cx="609600" cy="1117540"/>
              </a:xfrm>
            </p:grpSpPr>
            <p:cxnSp>
              <p:nvCxnSpPr>
                <p:cNvPr id="922" name="Google Shape;922;p33">
                  <a:extLst>
                    <a:ext uri="{FF2B5EF4-FFF2-40B4-BE49-F238E27FC236}">
                      <a16:creationId xmlns:a16="http://schemas.microsoft.com/office/drawing/2014/main" id="{14B05402-CD16-7D93-10D8-E390E0C56BDE}"/>
                    </a:ext>
                  </a:extLst>
                </p:cNvPr>
                <p:cNvCxnSpPr/>
                <p:nvPr/>
              </p:nvCxnSpPr>
              <p:spPr>
                <a:xfrm>
                  <a:off x="7453338" y="715125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3" name="Google Shape;923;p33">
                  <a:extLst>
                    <a:ext uri="{FF2B5EF4-FFF2-40B4-BE49-F238E27FC236}">
                      <a16:creationId xmlns:a16="http://schemas.microsoft.com/office/drawing/2014/main" id="{A963FD87-B20E-B977-B464-951CB92D3421}"/>
                    </a:ext>
                  </a:extLst>
                </p:cNvPr>
                <p:cNvCxnSpPr/>
                <p:nvPr/>
              </p:nvCxnSpPr>
              <p:spPr>
                <a:xfrm>
                  <a:off x="7453338" y="81672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4" name="Google Shape;924;p33">
                  <a:extLst>
                    <a:ext uri="{FF2B5EF4-FFF2-40B4-BE49-F238E27FC236}">
                      <a16:creationId xmlns:a16="http://schemas.microsoft.com/office/drawing/2014/main" id="{7A345440-3011-393E-0865-D12000105DC6}"/>
                    </a:ext>
                  </a:extLst>
                </p:cNvPr>
                <p:cNvCxnSpPr/>
                <p:nvPr/>
              </p:nvCxnSpPr>
              <p:spPr>
                <a:xfrm>
                  <a:off x="7453338" y="918314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5" name="Google Shape;925;p33">
                  <a:extLst>
                    <a:ext uri="{FF2B5EF4-FFF2-40B4-BE49-F238E27FC236}">
                      <a16:creationId xmlns:a16="http://schemas.microsoft.com/office/drawing/2014/main" id="{CBC15A5F-25C1-B184-113C-E4743C95E131}"/>
                    </a:ext>
                  </a:extLst>
                </p:cNvPr>
                <p:cNvCxnSpPr/>
                <p:nvPr/>
              </p:nvCxnSpPr>
              <p:spPr>
                <a:xfrm>
                  <a:off x="7453338" y="1019909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6" name="Google Shape;926;p33">
                  <a:extLst>
                    <a:ext uri="{FF2B5EF4-FFF2-40B4-BE49-F238E27FC236}">
                      <a16:creationId xmlns:a16="http://schemas.microsoft.com/office/drawing/2014/main" id="{4A68F6D6-4BFC-64E5-6591-ACBF51D1246C}"/>
                    </a:ext>
                  </a:extLst>
                </p:cNvPr>
                <p:cNvCxnSpPr/>
                <p:nvPr/>
              </p:nvCxnSpPr>
              <p:spPr>
                <a:xfrm>
                  <a:off x="7453338" y="1121503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7" name="Google Shape;927;p33">
                  <a:extLst>
                    <a:ext uri="{FF2B5EF4-FFF2-40B4-BE49-F238E27FC236}">
                      <a16:creationId xmlns:a16="http://schemas.microsoft.com/office/drawing/2014/main" id="{9235457D-D933-7D9E-3E8D-6DECCD300829}"/>
                    </a:ext>
                  </a:extLst>
                </p:cNvPr>
                <p:cNvCxnSpPr/>
                <p:nvPr/>
              </p:nvCxnSpPr>
              <p:spPr>
                <a:xfrm>
                  <a:off x="7453338" y="1223098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8" name="Google Shape;928;p33">
                  <a:extLst>
                    <a:ext uri="{FF2B5EF4-FFF2-40B4-BE49-F238E27FC236}">
                      <a16:creationId xmlns:a16="http://schemas.microsoft.com/office/drawing/2014/main" id="{ED52D91E-BE88-2F26-78B4-07F30EB97016}"/>
                    </a:ext>
                  </a:extLst>
                </p:cNvPr>
                <p:cNvCxnSpPr/>
                <p:nvPr/>
              </p:nvCxnSpPr>
              <p:spPr>
                <a:xfrm>
                  <a:off x="7453338" y="1324692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9" name="Google Shape;929;p33">
                  <a:extLst>
                    <a:ext uri="{FF2B5EF4-FFF2-40B4-BE49-F238E27FC236}">
                      <a16:creationId xmlns:a16="http://schemas.microsoft.com/office/drawing/2014/main" id="{8C4B458A-74D5-5750-22D7-0CDC2A8BA391}"/>
                    </a:ext>
                  </a:extLst>
                </p:cNvPr>
                <p:cNvCxnSpPr/>
                <p:nvPr/>
              </p:nvCxnSpPr>
              <p:spPr>
                <a:xfrm>
                  <a:off x="7453338" y="1426287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0" name="Google Shape;930;p33">
                  <a:extLst>
                    <a:ext uri="{FF2B5EF4-FFF2-40B4-BE49-F238E27FC236}">
                      <a16:creationId xmlns:a16="http://schemas.microsoft.com/office/drawing/2014/main" id="{D2DE8B7F-BE26-8D4E-0664-F6FC83A02BB5}"/>
                    </a:ext>
                  </a:extLst>
                </p:cNvPr>
                <p:cNvCxnSpPr/>
                <p:nvPr/>
              </p:nvCxnSpPr>
              <p:spPr>
                <a:xfrm>
                  <a:off x="7453338" y="1527881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1" name="Google Shape;931;p33">
                  <a:extLst>
                    <a:ext uri="{FF2B5EF4-FFF2-40B4-BE49-F238E27FC236}">
                      <a16:creationId xmlns:a16="http://schemas.microsoft.com/office/drawing/2014/main" id="{2EBAA7A1-3BE4-DA7F-6954-56EED1F0D937}"/>
                    </a:ext>
                  </a:extLst>
                </p:cNvPr>
                <p:cNvCxnSpPr/>
                <p:nvPr/>
              </p:nvCxnSpPr>
              <p:spPr>
                <a:xfrm>
                  <a:off x="7453338" y="1629476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2" name="Google Shape;932;p33">
                  <a:extLst>
                    <a:ext uri="{FF2B5EF4-FFF2-40B4-BE49-F238E27FC236}">
                      <a16:creationId xmlns:a16="http://schemas.microsoft.com/office/drawing/2014/main" id="{0EFCFA25-50E0-0FAD-C5CC-6316E39AC293}"/>
                    </a:ext>
                  </a:extLst>
                </p:cNvPr>
                <p:cNvCxnSpPr/>
                <p:nvPr/>
              </p:nvCxnSpPr>
              <p:spPr>
                <a:xfrm>
                  <a:off x="7453338" y="173107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3" name="Google Shape;933;p33">
                  <a:extLst>
                    <a:ext uri="{FF2B5EF4-FFF2-40B4-BE49-F238E27FC236}">
                      <a16:creationId xmlns:a16="http://schemas.microsoft.com/office/drawing/2014/main" id="{7178D370-BC3C-CC01-EEBE-9F6D35B8DB17}"/>
                    </a:ext>
                  </a:extLst>
                </p:cNvPr>
                <p:cNvCxnSpPr/>
                <p:nvPr/>
              </p:nvCxnSpPr>
              <p:spPr>
                <a:xfrm>
                  <a:off x="7453338" y="1832665"/>
                  <a:ext cx="280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4" name="Google Shape;934;p33">
              <a:extLst>
                <a:ext uri="{FF2B5EF4-FFF2-40B4-BE49-F238E27FC236}">
                  <a16:creationId xmlns:a16="http://schemas.microsoft.com/office/drawing/2014/main" id="{E19E9704-E2B2-3CB5-0C64-ED7093ED2AB0}"/>
                </a:ext>
              </a:extLst>
            </p:cNvPr>
            <p:cNvGrpSpPr/>
            <p:nvPr/>
          </p:nvGrpSpPr>
          <p:grpSpPr>
            <a:xfrm>
              <a:off x="1386950" y="3987826"/>
              <a:ext cx="1544651" cy="315750"/>
              <a:chOff x="1386950" y="3823101"/>
              <a:chExt cx="1544651" cy="315750"/>
            </a:xfrm>
          </p:grpSpPr>
          <p:sp>
            <p:nvSpPr>
              <p:cNvPr id="935" name="Google Shape;935;p33">
                <a:extLst>
                  <a:ext uri="{FF2B5EF4-FFF2-40B4-BE49-F238E27FC236}">
                    <a16:creationId xmlns:a16="http://schemas.microsoft.com/office/drawing/2014/main" id="{184EABC8-ED85-6BDB-BD97-67B94AAD9F8C}"/>
                  </a:ext>
                </a:extLst>
              </p:cNvPr>
              <p:cNvSpPr/>
              <p:nvPr/>
            </p:nvSpPr>
            <p:spPr>
              <a:xfrm>
                <a:off x="1386950" y="3823101"/>
                <a:ext cx="1544651" cy="31575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104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1"/>
                      <a:pt x="0" y="25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80"/>
                      <a:pt x="12" y="91"/>
                      <a:pt x="26" y="91"/>
                    </a:cubicBezTo>
                    <a:cubicBezTo>
                      <a:pt x="588" y="91"/>
                      <a:pt x="588" y="91"/>
                      <a:pt x="588" y="91"/>
                    </a:cubicBezTo>
                    <a:cubicBezTo>
                      <a:pt x="589" y="95"/>
                      <a:pt x="591" y="98"/>
                      <a:pt x="594" y="100"/>
                    </a:cubicBezTo>
                    <a:cubicBezTo>
                      <a:pt x="597" y="103"/>
                      <a:pt x="601" y="104"/>
                      <a:pt x="604" y="104"/>
                    </a:cubicBezTo>
                    <a:cubicBezTo>
                      <a:pt x="605" y="104"/>
                      <a:pt x="605" y="104"/>
                      <a:pt x="606" y="104"/>
                    </a:cubicBezTo>
                    <a:cubicBezTo>
                      <a:pt x="606" y="104"/>
                      <a:pt x="606" y="104"/>
                      <a:pt x="606" y="104"/>
                    </a:cubicBezTo>
                    <a:cubicBezTo>
                      <a:pt x="606" y="103"/>
                      <a:pt x="606" y="103"/>
                      <a:pt x="606" y="103"/>
                    </a:cubicBezTo>
                    <a:cubicBezTo>
                      <a:pt x="604" y="99"/>
                      <a:pt x="604" y="95"/>
                      <a:pt x="604" y="91"/>
                    </a:cubicBezTo>
                    <a:cubicBezTo>
                      <a:pt x="620" y="91"/>
                      <a:pt x="620" y="91"/>
                      <a:pt x="620" y="91"/>
                    </a:cubicBezTo>
                    <a:cubicBezTo>
                      <a:pt x="634" y="91"/>
                      <a:pt x="646" y="80"/>
                      <a:pt x="646" y="66"/>
                    </a:cubicBezTo>
                    <a:cubicBezTo>
                      <a:pt x="646" y="25"/>
                      <a:pt x="646" y="25"/>
                      <a:pt x="646" y="25"/>
                    </a:cubicBezTo>
                    <a:cubicBezTo>
                      <a:pt x="646" y="11"/>
                      <a:pt x="634" y="0"/>
                      <a:pt x="620" y="0"/>
                    </a:cubicBez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6" name="Google Shape;936;p33">
                <a:extLst>
                  <a:ext uri="{FF2B5EF4-FFF2-40B4-BE49-F238E27FC236}">
                    <a16:creationId xmlns:a16="http://schemas.microsoft.com/office/drawing/2014/main" id="{6B85F15B-836B-3E84-6653-92FB8C6FF880}"/>
                  </a:ext>
                </a:extLst>
              </p:cNvPr>
              <p:cNvGrpSpPr/>
              <p:nvPr/>
            </p:nvGrpSpPr>
            <p:grpSpPr>
              <a:xfrm>
                <a:off x="1485502" y="3909138"/>
                <a:ext cx="1369506" cy="102388"/>
                <a:chOff x="5848350" y="2772075"/>
                <a:chExt cx="1285800" cy="102388"/>
              </a:xfrm>
            </p:grpSpPr>
            <p:cxnSp>
              <p:nvCxnSpPr>
                <p:cNvPr id="937" name="Google Shape;937;p33">
                  <a:extLst>
                    <a:ext uri="{FF2B5EF4-FFF2-40B4-BE49-F238E27FC236}">
                      <a16:creationId xmlns:a16="http://schemas.microsoft.com/office/drawing/2014/main" id="{3576F957-A2A0-067D-CAC1-95F69157A840}"/>
                    </a:ext>
                  </a:extLst>
                </p:cNvPr>
                <p:cNvCxnSpPr/>
                <p:nvPr/>
              </p:nvCxnSpPr>
              <p:spPr>
                <a:xfrm>
                  <a:off x="5848350" y="2772075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8" name="Google Shape;938;p33">
                  <a:extLst>
                    <a:ext uri="{FF2B5EF4-FFF2-40B4-BE49-F238E27FC236}">
                      <a16:creationId xmlns:a16="http://schemas.microsoft.com/office/drawing/2014/main" id="{F709C932-F0C4-8F45-057C-20299DF15A6D}"/>
                    </a:ext>
                  </a:extLst>
                </p:cNvPr>
                <p:cNvCxnSpPr/>
                <p:nvPr/>
              </p:nvCxnSpPr>
              <p:spPr>
                <a:xfrm>
                  <a:off x="5848350" y="2874463"/>
                  <a:ext cx="389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9" name="Google Shape;939;p33">
              <a:extLst>
                <a:ext uri="{FF2B5EF4-FFF2-40B4-BE49-F238E27FC236}">
                  <a16:creationId xmlns:a16="http://schemas.microsoft.com/office/drawing/2014/main" id="{EC02AC02-6006-17A5-F1CC-0739F311DD85}"/>
                </a:ext>
              </a:extLst>
            </p:cNvPr>
            <p:cNvGrpSpPr/>
            <p:nvPr/>
          </p:nvGrpSpPr>
          <p:grpSpPr>
            <a:xfrm>
              <a:off x="2079875" y="3368426"/>
              <a:ext cx="877888" cy="469900"/>
              <a:chOff x="2079875" y="3121151"/>
              <a:chExt cx="877888" cy="469900"/>
            </a:xfrm>
          </p:grpSpPr>
          <p:sp>
            <p:nvSpPr>
              <p:cNvPr id="940" name="Google Shape;940;p33">
                <a:extLst>
                  <a:ext uri="{FF2B5EF4-FFF2-40B4-BE49-F238E27FC236}">
                    <a16:creationId xmlns:a16="http://schemas.microsoft.com/office/drawing/2014/main" id="{67F2D606-9D07-8AF2-5B1D-1A1823AFEE15}"/>
                  </a:ext>
                </a:extLst>
              </p:cNvPr>
              <p:cNvSpPr/>
              <p:nvPr/>
            </p:nvSpPr>
            <p:spPr>
              <a:xfrm>
                <a:off x="2079875" y="3121150"/>
                <a:ext cx="877888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97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2" y="184"/>
                      <a:pt x="26" y="184"/>
                    </a:cubicBezTo>
                    <a:cubicBezTo>
                      <a:pt x="309" y="184"/>
                      <a:pt x="309" y="184"/>
                      <a:pt x="309" y="184"/>
                    </a:cubicBezTo>
                    <a:cubicBezTo>
                      <a:pt x="310" y="187"/>
                      <a:pt x="312" y="191"/>
                      <a:pt x="315" y="193"/>
                    </a:cubicBezTo>
                    <a:cubicBezTo>
                      <a:pt x="318" y="196"/>
                      <a:pt x="322" y="197"/>
                      <a:pt x="326" y="197"/>
                    </a:cubicBezTo>
                    <a:cubicBezTo>
                      <a:pt x="326" y="197"/>
                      <a:pt x="327" y="197"/>
                      <a:pt x="327" y="197"/>
                    </a:cubicBezTo>
                    <a:cubicBezTo>
                      <a:pt x="328" y="197"/>
                      <a:pt x="328" y="197"/>
                      <a:pt x="328" y="197"/>
                    </a:cubicBezTo>
                    <a:cubicBezTo>
                      <a:pt x="328" y="196"/>
                      <a:pt x="328" y="196"/>
                      <a:pt x="328" y="196"/>
                    </a:cubicBezTo>
                    <a:cubicBezTo>
                      <a:pt x="326" y="192"/>
                      <a:pt x="325" y="188"/>
                      <a:pt x="326" y="184"/>
                    </a:cubicBezTo>
                    <a:cubicBezTo>
                      <a:pt x="342" y="184"/>
                      <a:pt x="342" y="184"/>
                      <a:pt x="342" y="184"/>
                    </a:cubicBezTo>
                    <a:cubicBezTo>
                      <a:pt x="356" y="184"/>
                      <a:pt x="367" y="172"/>
                      <a:pt x="367" y="158"/>
                    </a:cubicBezTo>
                    <a:cubicBezTo>
                      <a:pt x="367" y="25"/>
                      <a:pt x="367" y="25"/>
                      <a:pt x="367" y="25"/>
                    </a:cubicBezTo>
                    <a:cubicBezTo>
                      <a:pt x="367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41" name="Google Shape;941;p33">
                <a:extLst>
                  <a:ext uri="{FF2B5EF4-FFF2-40B4-BE49-F238E27FC236}">
                    <a16:creationId xmlns:a16="http://schemas.microsoft.com/office/drawing/2014/main" id="{C6F28930-90F8-7521-B97F-7238F1CFD1D7}"/>
                  </a:ext>
                </a:extLst>
              </p:cNvPr>
              <p:cNvGrpSpPr/>
              <p:nvPr/>
            </p:nvGrpSpPr>
            <p:grpSpPr>
              <a:xfrm>
                <a:off x="2181689" y="3241906"/>
                <a:ext cx="674279" cy="203189"/>
                <a:chOff x="2181677" y="2165344"/>
                <a:chExt cx="674279" cy="203189"/>
              </a:xfrm>
            </p:grpSpPr>
            <p:cxnSp>
              <p:nvCxnSpPr>
                <p:cNvPr id="942" name="Google Shape;942;p33">
                  <a:extLst>
                    <a:ext uri="{FF2B5EF4-FFF2-40B4-BE49-F238E27FC236}">
                      <a16:creationId xmlns:a16="http://schemas.microsoft.com/office/drawing/2014/main" id="{06ED31F8-E0BB-3E3C-6B97-7AD345C73445}"/>
                    </a:ext>
                  </a:extLst>
                </p:cNvPr>
                <p:cNvCxnSpPr/>
                <p:nvPr/>
              </p:nvCxnSpPr>
              <p:spPr>
                <a:xfrm>
                  <a:off x="2181677" y="2165344"/>
                  <a:ext cx="67427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3" name="Google Shape;943;p33">
                  <a:extLst>
                    <a:ext uri="{FF2B5EF4-FFF2-40B4-BE49-F238E27FC236}">
                      <a16:creationId xmlns:a16="http://schemas.microsoft.com/office/drawing/2014/main" id="{DD4547C3-29D1-B0B0-A84A-B801F7E35499}"/>
                    </a:ext>
                  </a:extLst>
                </p:cNvPr>
                <p:cNvCxnSpPr/>
                <p:nvPr/>
              </p:nvCxnSpPr>
              <p:spPr>
                <a:xfrm>
                  <a:off x="2181677" y="2266938"/>
                  <a:ext cx="67427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4" name="Google Shape;944;p33">
                  <a:extLst>
                    <a:ext uri="{FF2B5EF4-FFF2-40B4-BE49-F238E27FC236}">
                      <a16:creationId xmlns:a16="http://schemas.microsoft.com/office/drawing/2014/main" id="{D0550E03-3DCA-B6F0-BA5E-F2E644310ABB}"/>
                    </a:ext>
                  </a:extLst>
                </p:cNvPr>
                <p:cNvCxnSpPr/>
                <p:nvPr/>
              </p:nvCxnSpPr>
              <p:spPr>
                <a:xfrm>
                  <a:off x="2181677" y="2368533"/>
                  <a:ext cx="67427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45" name="Google Shape;945;p33">
              <a:extLst>
                <a:ext uri="{FF2B5EF4-FFF2-40B4-BE49-F238E27FC236}">
                  <a16:creationId xmlns:a16="http://schemas.microsoft.com/office/drawing/2014/main" id="{D70D0432-82FB-748A-5568-7862B62A9400}"/>
                </a:ext>
              </a:extLst>
            </p:cNvPr>
            <p:cNvGrpSpPr/>
            <p:nvPr/>
          </p:nvGrpSpPr>
          <p:grpSpPr>
            <a:xfrm>
              <a:off x="1736425" y="2257167"/>
              <a:ext cx="1094925" cy="430550"/>
              <a:chOff x="1862850" y="1718717"/>
              <a:chExt cx="1094925" cy="430550"/>
            </a:xfrm>
          </p:grpSpPr>
          <p:sp>
            <p:nvSpPr>
              <p:cNvPr id="946" name="Google Shape;946;p33">
                <a:extLst>
                  <a:ext uri="{FF2B5EF4-FFF2-40B4-BE49-F238E27FC236}">
                    <a16:creationId xmlns:a16="http://schemas.microsoft.com/office/drawing/2014/main" id="{66E9E71A-C4E2-397E-D7AA-957557089FAF}"/>
                  </a:ext>
                </a:extLst>
              </p:cNvPr>
              <p:cNvSpPr/>
              <p:nvPr/>
            </p:nvSpPr>
            <p:spPr>
              <a:xfrm flipH="1">
                <a:off x="1862850" y="1718717"/>
                <a:ext cx="1094925" cy="430550"/>
              </a:xfrm>
              <a:custGeom>
                <a:avLst/>
                <a:gdLst/>
                <a:ahLst/>
                <a:cxnLst/>
                <a:rect l="l" t="t" r="r" b="b"/>
                <a:pathLst>
                  <a:path w="333" h="131" extrusionOk="0">
                    <a:moveTo>
                      <a:pt x="309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1"/>
                      <a:pt x="0" y="23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0" y="108"/>
                      <a:pt x="10" y="118"/>
                      <a:pt x="23" y="118"/>
                    </a:cubicBezTo>
                    <a:cubicBezTo>
                      <a:pt x="34" y="118"/>
                      <a:pt x="34" y="118"/>
                      <a:pt x="34" y="118"/>
                    </a:cubicBezTo>
                    <a:cubicBezTo>
                      <a:pt x="34" y="122"/>
                      <a:pt x="34" y="126"/>
                      <a:pt x="32" y="130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33" y="131"/>
                      <a:pt x="33" y="131"/>
                      <a:pt x="34" y="131"/>
                    </a:cubicBezTo>
                    <a:cubicBezTo>
                      <a:pt x="37" y="131"/>
                      <a:pt x="41" y="130"/>
                      <a:pt x="44" y="127"/>
                    </a:cubicBezTo>
                    <a:cubicBezTo>
                      <a:pt x="47" y="125"/>
                      <a:pt x="49" y="122"/>
                      <a:pt x="50" y="118"/>
                    </a:cubicBezTo>
                    <a:cubicBezTo>
                      <a:pt x="309" y="118"/>
                      <a:pt x="309" y="118"/>
                      <a:pt x="309" y="118"/>
                    </a:cubicBezTo>
                    <a:cubicBezTo>
                      <a:pt x="322" y="118"/>
                      <a:pt x="333" y="108"/>
                      <a:pt x="333" y="95"/>
                    </a:cubicBezTo>
                    <a:cubicBezTo>
                      <a:pt x="333" y="23"/>
                      <a:pt x="333" y="23"/>
                      <a:pt x="333" y="23"/>
                    </a:cubicBezTo>
                    <a:cubicBezTo>
                      <a:pt x="333" y="11"/>
                      <a:pt x="322" y="0"/>
                      <a:pt x="309" y="0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47" name="Google Shape;947;p33">
                <a:extLst>
                  <a:ext uri="{FF2B5EF4-FFF2-40B4-BE49-F238E27FC236}">
                    <a16:creationId xmlns:a16="http://schemas.microsoft.com/office/drawing/2014/main" id="{F19B8004-356A-5B9C-B93A-A70C7C76CDD3}"/>
                  </a:ext>
                </a:extLst>
              </p:cNvPr>
              <p:cNvGrpSpPr/>
              <p:nvPr/>
            </p:nvGrpSpPr>
            <p:grpSpPr>
              <a:xfrm>
                <a:off x="1978095" y="1808221"/>
                <a:ext cx="877866" cy="203169"/>
                <a:chOff x="2181677" y="2165344"/>
                <a:chExt cx="674400" cy="203189"/>
              </a:xfrm>
            </p:grpSpPr>
            <p:cxnSp>
              <p:nvCxnSpPr>
                <p:cNvPr id="948" name="Google Shape;948;p33">
                  <a:extLst>
                    <a:ext uri="{FF2B5EF4-FFF2-40B4-BE49-F238E27FC236}">
                      <a16:creationId xmlns:a16="http://schemas.microsoft.com/office/drawing/2014/main" id="{F9F9C97C-C820-0E3E-3600-887F5F797535}"/>
                    </a:ext>
                  </a:extLst>
                </p:cNvPr>
                <p:cNvCxnSpPr/>
                <p:nvPr/>
              </p:nvCxnSpPr>
              <p:spPr>
                <a:xfrm>
                  <a:off x="2181677" y="2165344"/>
                  <a:ext cx="67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9" name="Google Shape;949;p33">
                  <a:extLst>
                    <a:ext uri="{FF2B5EF4-FFF2-40B4-BE49-F238E27FC236}">
                      <a16:creationId xmlns:a16="http://schemas.microsoft.com/office/drawing/2014/main" id="{9FEAFF7E-2163-6D94-20A7-E8B8BCF12BCD}"/>
                    </a:ext>
                  </a:extLst>
                </p:cNvPr>
                <p:cNvCxnSpPr/>
                <p:nvPr/>
              </p:nvCxnSpPr>
              <p:spPr>
                <a:xfrm>
                  <a:off x="2181677" y="2266938"/>
                  <a:ext cx="67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0" name="Google Shape;950;p33">
                  <a:extLst>
                    <a:ext uri="{FF2B5EF4-FFF2-40B4-BE49-F238E27FC236}">
                      <a16:creationId xmlns:a16="http://schemas.microsoft.com/office/drawing/2014/main" id="{CF95C746-77F7-850E-CA08-CB18AAAC50CA}"/>
                    </a:ext>
                  </a:extLst>
                </p:cNvPr>
                <p:cNvCxnSpPr/>
                <p:nvPr/>
              </p:nvCxnSpPr>
              <p:spPr>
                <a:xfrm>
                  <a:off x="2181677" y="2368533"/>
                  <a:ext cx="20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cxnSp>
        <p:nvCxnSpPr>
          <p:cNvPr id="951" name="Google Shape;951;p33">
            <a:extLst>
              <a:ext uri="{FF2B5EF4-FFF2-40B4-BE49-F238E27FC236}">
                <a16:creationId xmlns:a16="http://schemas.microsoft.com/office/drawing/2014/main" id="{CF5F9DC6-43AD-F4C1-9A5F-9B2237771296}"/>
              </a:ext>
            </a:extLst>
          </p:cNvPr>
          <p:cNvCxnSpPr/>
          <p:nvPr/>
        </p:nvCxnSpPr>
        <p:spPr>
          <a:xfrm>
            <a:off x="4310875" y="3755775"/>
            <a:ext cx="411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2" name="Google Shape;952;p33">
            <a:extLst>
              <a:ext uri="{FF2B5EF4-FFF2-40B4-BE49-F238E27FC236}">
                <a16:creationId xmlns:a16="http://schemas.microsoft.com/office/drawing/2014/main" id="{C65EAA31-E3FB-1749-2036-CBB61A78CFC9}"/>
              </a:ext>
            </a:extLst>
          </p:cNvPr>
          <p:cNvCxnSpPr/>
          <p:nvPr/>
        </p:nvCxnSpPr>
        <p:spPr>
          <a:xfrm>
            <a:off x="4310875" y="2724668"/>
            <a:ext cx="411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09270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F0B6130D-9C07-1947-B798-3D5A35C4C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4">
            <a:extLst>
              <a:ext uri="{FF2B5EF4-FFF2-40B4-BE49-F238E27FC236}">
                <a16:creationId xmlns:a16="http://schemas.microsoft.com/office/drawing/2014/main" id="{5EE3CDF3-37D3-1F36-A1D6-6E950FA7C1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327" y="190903"/>
            <a:ext cx="864702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400" dirty="0"/>
              <a:t>The Solution</a:t>
            </a:r>
            <a:endParaRPr dirty="0">
              <a:latin typeface="Barlow" panose="00000500000000000000" pitchFamily="2" charset="0"/>
            </a:endParaRPr>
          </a:p>
        </p:txBody>
      </p:sp>
      <p:sp>
        <p:nvSpPr>
          <p:cNvPr id="960" name="Google Shape;960;p34">
            <a:extLst>
              <a:ext uri="{FF2B5EF4-FFF2-40B4-BE49-F238E27FC236}">
                <a16:creationId xmlns:a16="http://schemas.microsoft.com/office/drawing/2014/main" id="{D4935307-0132-00F3-D0E2-F1549E36418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05327" y="711563"/>
            <a:ext cx="7646575" cy="48194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600" b="1" dirty="0"/>
              <a:t>Architecture Behind </a:t>
            </a:r>
            <a:r>
              <a:rPr lang="en-IN" sz="1600" b="1" dirty="0" err="1"/>
              <a:t>LearnMate</a:t>
            </a:r>
            <a:r>
              <a:rPr lang="en-IN" sz="1600" b="1" dirty="0"/>
              <a:t> AI</a:t>
            </a:r>
          </a:p>
          <a:p>
            <a:r>
              <a:rPr lang="en-IN" sz="1600" dirty="0" err="1"/>
              <a:t>LearnMate</a:t>
            </a:r>
            <a:r>
              <a:rPr lang="en-IN" sz="1600" dirty="0"/>
              <a:t> AI combines </a:t>
            </a:r>
            <a:r>
              <a:rPr lang="en-IN" sz="1600" b="1" dirty="0"/>
              <a:t>document intelligence + real-time AI reasoning</a:t>
            </a:r>
            <a:r>
              <a:rPr lang="en-IN" sz="1600" dirty="0"/>
              <a:t>.</a:t>
            </a:r>
          </a:p>
          <a:p>
            <a:endParaRPr lang="en-IN" sz="1600" dirty="0"/>
          </a:p>
          <a:p>
            <a:r>
              <a:rPr lang="en-IN" sz="1600" b="1" dirty="0"/>
              <a:t>Workflow</a:t>
            </a:r>
            <a:endParaRPr lang="en-IN" sz="1600" dirty="0"/>
          </a:p>
          <a:p>
            <a:r>
              <a:rPr lang="en-IN" sz="1600" dirty="0"/>
              <a:t>User Question -&gt; </a:t>
            </a:r>
            <a:r>
              <a:rPr lang="en-IN" sz="1600" dirty="0" err="1"/>
              <a:t>Streamlit</a:t>
            </a:r>
            <a:r>
              <a:rPr lang="en-IN" sz="1600" dirty="0"/>
              <a:t> Chat Interface -&gt; RAG Retrieval from Uploaded Notes</a:t>
            </a:r>
            <a:br>
              <a:rPr lang="en-IN" sz="1600" dirty="0"/>
            </a:br>
            <a:r>
              <a:rPr lang="en-IN" sz="1600" dirty="0"/>
              <a:t>                                                                                                                            ↓</a:t>
            </a:r>
            <a:br>
              <a:rPr lang="en-IN" sz="1600" dirty="0"/>
            </a:br>
            <a:r>
              <a:rPr lang="en-IN" sz="1600" dirty="0"/>
              <a:t>                                                                             If answer found → AI generates explanation</a:t>
            </a:r>
            <a:br>
              <a:rPr lang="en-IN" sz="1600" dirty="0"/>
            </a:br>
            <a:r>
              <a:rPr lang="en-IN" sz="1600" dirty="0"/>
              <a:t>                                                                                                                           ↓</a:t>
            </a:r>
            <a:br>
              <a:rPr lang="en-IN" sz="1600" dirty="0"/>
            </a:br>
            <a:r>
              <a:rPr lang="en-IN" sz="1600" dirty="0"/>
              <a:t>                                                                                If not found → Web Search using </a:t>
            </a:r>
            <a:r>
              <a:rPr lang="en-IN" sz="1600" dirty="0" err="1"/>
              <a:t>Tavily</a:t>
            </a:r>
            <a:br>
              <a:rPr lang="en-IN" sz="1600" dirty="0"/>
            </a:br>
            <a:r>
              <a:rPr lang="en-IN" sz="1600" dirty="0"/>
              <a:t>                                                                                                                           ↓</a:t>
            </a:r>
            <a:br>
              <a:rPr lang="en-IN" sz="1600" dirty="0"/>
            </a:br>
            <a:r>
              <a:rPr lang="en-IN" sz="1600" dirty="0"/>
              <a:t>                                                                                               AI generates final response</a:t>
            </a:r>
          </a:p>
          <a:p>
            <a:r>
              <a:rPr lang="en-IN" sz="1600" b="1" dirty="0"/>
              <a:t>Technology Stack</a:t>
            </a:r>
            <a:endParaRPr lang="en-IN" sz="1600" dirty="0"/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en-IN" sz="1600" dirty="0"/>
              <a:t>Frontend → </a:t>
            </a:r>
            <a:r>
              <a:rPr lang="en-IN" sz="1600" dirty="0" err="1"/>
              <a:t>Streamlit</a:t>
            </a:r>
            <a:endParaRPr lang="en-IN" sz="1600" dirty="0"/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en-IN" sz="1600" dirty="0"/>
              <a:t>LLM Engine → </a:t>
            </a:r>
            <a:r>
              <a:rPr lang="en-IN" sz="1600" dirty="0" err="1"/>
              <a:t>Groq</a:t>
            </a:r>
            <a:r>
              <a:rPr lang="en-IN" sz="1600" dirty="0"/>
              <a:t> Llama-3</a:t>
            </a:r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en-IN" sz="1600" dirty="0"/>
              <a:t>Embeddings → </a:t>
            </a:r>
            <a:r>
              <a:rPr lang="en-IN" sz="1600" dirty="0" err="1"/>
              <a:t>SentenceTransformers</a:t>
            </a:r>
            <a:endParaRPr lang="en-IN" sz="1600" dirty="0"/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en-IN" sz="1600" dirty="0"/>
              <a:t>Vector Database → FAISS</a:t>
            </a:r>
          </a:p>
          <a:p>
            <a:pPr marL="438150" indent="-285750">
              <a:buFont typeface="Arial" panose="020B0604020202020204" pitchFamily="34" charset="0"/>
              <a:buChar char="•"/>
            </a:pPr>
            <a:r>
              <a:rPr lang="en-IN" sz="1600" dirty="0"/>
              <a:t>Document Processing → </a:t>
            </a:r>
            <a:r>
              <a:rPr lang="en-IN" sz="1600" dirty="0" err="1"/>
              <a:t>PyMuPDF</a:t>
            </a:r>
            <a:r>
              <a:rPr lang="en-IN" sz="1600" dirty="0"/>
              <a:t> &amp; Web Search → </a:t>
            </a:r>
            <a:r>
              <a:rPr lang="en-IN" sz="1600" dirty="0" err="1"/>
              <a:t>Tavily</a:t>
            </a:r>
            <a:r>
              <a:rPr lang="en-IN" sz="1600" dirty="0"/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3640956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>
          <a:extLst>
            <a:ext uri="{FF2B5EF4-FFF2-40B4-BE49-F238E27FC236}">
              <a16:creationId xmlns:a16="http://schemas.microsoft.com/office/drawing/2014/main" id="{C46517C4-0355-8449-F298-8F14279D1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3">
            <a:extLst>
              <a:ext uri="{FF2B5EF4-FFF2-40B4-BE49-F238E27FC236}">
                <a16:creationId xmlns:a16="http://schemas.microsoft.com/office/drawing/2014/main" id="{02D5238B-2A35-24CB-C449-C04DEF4132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5008" y="2636645"/>
            <a:ext cx="6385869" cy="10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800" dirty="0"/>
              <a:t>Key Features Implemented</a:t>
            </a:r>
            <a:endParaRPr sz="2800" dirty="0"/>
          </a:p>
        </p:txBody>
      </p:sp>
      <p:sp>
        <p:nvSpPr>
          <p:cNvPr id="911" name="Google Shape;911;p33">
            <a:extLst>
              <a:ext uri="{FF2B5EF4-FFF2-40B4-BE49-F238E27FC236}">
                <a16:creationId xmlns:a16="http://schemas.microsoft.com/office/drawing/2014/main" id="{B7AD47D0-AA3A-974C-4EED-63EE9F62998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95075" y="1806613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912" name="Google Shape;912;p33">
            <a:extLst>
              <a:ext uri="{FF2B5EF4-FFF2-40B4-BE49-F238E27FC236}">
                <a16:creationId xmlns:a16="http://schemas.microsoft.com/office/drawing/2014/main" id="{3460F238-936E-8DDE-B958-2A7019C8ED32}"/>
              </a:ext>
            </a:extLst>
          </p:cNvPr>
          <p:cNvGrpSpPr/>
          <p:nvPr/>
        </p:nvGrpSpPr>
        <p:grpSpPr>
          <a:xfrm>
            <a:off x="704550" y="1577225"/>
            <a:ext cx="2253212" cy="2726351"/>
            <a:chOff x="704550" y="1577225"/>
            <a:chExt cx="2253212" cy="2726351"/>
          </a:xfrm>
        </p:grpSpPr>
        <p:grpSp>
          <p:nvGrpSpPr>
            <p:cNvPr id="913" name="Google Shape;913;p33">
              <a:extLst>
                <a:ext uri="{FF2B5EF4-FFF2-40B4-BE49-F238E27FC236}">
                  <a16:creationId xmlns:a16="http://schemas.microsoft.com/office/drawing/2014/main" id="{C3B9DEA8-F67F-A79F-B712-ED8854BFFBB4}"/>
                </a:ext>
              </a:extLst>
            </p:cNvPr>
            <p:cNvGrpSpPr/>
            <p:nvPr/>
          </p:nvGrpSpPr>
          <p:grpSpPr>
            <a:xfrm>
              <a:off x="713213" y="1577225"/>
              <a:ext cx="1544638" cy="528638"/>
              <a:chOff x="713213" y="1004650"/>
              <a:chExt cx="1544638" cy="528638"/>
            </a:xfrm>
          </p:grpSpPr>
          <p:sp>
            <p:nvSpPr>
              <p:cNvPr id="914" name="Google Shape;914;p33">
                <a:extLst>
                  <a:ext uri="{FF2B5EF4-FFF2-40B4-BE49-F238E27FC236}">
                    <a16:creationId xmlns:a16="http://schemas.microsoft.com/office/drawing/2014/main" id="{7ECE9AFE-722A-3C38-3763-F2C37086F6A1}"/>
                  </a:ext>
                </a:extLst>
              </p:cNvPr>
              <p:cNvSpPr/>
              <p:nvPr/>
            </p:nvSpPr>
            <p:spPr>
              <a:xfrm flipH="1">
                <a:off x="713213" y="1004650"/>
                <a:ext cx="1544638" cy="528638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21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97"/>
                      <a:pt x="12" y="208"/>
                      <a:pt x="26" y="208"/>
                    </a:cubicBezTo>
                    <a:cubicBezTo>
                      <a:pt x="588" y="208"/>
                      <a:pt x="588" y="208"/>
                      <a:pt x="588" y="208"/>
                    </a:cubicBezTo>
                    <a:cubicBezTo>
                      <a:pt x="589" y="212"/>
                      <a:pt x="591" y="215"/>
                      <a:pt x="594" y="218"/>
                    </a:cubicBezTo>
                    <a:cubicBezTo>
                      <a:pt x="597" y="220"/>
                      <a:pt x="601" y="221"/>
                      <a:pt x="604" y="221"/>
                    </a:cubicBezTo>
                    <a:cubicBezTo>
                      <a:pt x="605" y="221"/>
                      <a:pt x="605" y="221"/>
                      <a:pt x="606" y="221"/>
                    </a:cubicBezTo>
                    <a:cubicBezTo>
                      <a:pt x="606" y="221"/>
                      <a:pt x="606" y="221"/>
                      <a:pt x="606" y="221"/>
                    </a:cubicBezTo>
                    <a:cubicBezTo>
                      <a:pt x="606" y="220"/>
                      <a:pt x="606" y="220"/>
                      <a:pt x="606" y="220"/>
                    </a:cubicBezTo>
                    <a:cubicBezTo>
                      <a:pt x="604" y="217"/>
                      <a:pt x="604" y="212"/>
                      <a:pt x="604" y="208"/>
                    </a:cubicBezTo>
                    <a:cubicBezTo>
                      <a:pt x="620" y="208"/>
                      <a:pt x="620" y="208"/>
                      <a:pt x="620" y="208"/>
                    </a:cubicBezTo>
                    <a:cubicBezTo>
                      <a:pt x="634" y="208"/>
                      <a:pt x="646" y="197"/>
                      <a:pt x="646" y="183"/>
                    </a:cubicBezTo>
                    <a:cubicBezTo>
                      <a:pt x="646" y="26"/>
                      <a:pt x="646" y="26"/>
                      <a:pt x="646" y="26"/>
                    </a:cubicBezTo>
                    <a:cubicBezTo>
                      <a:pt x="646" y="12"/>
                      <a:pt x="634" y="0"/>
                      <a:pt x="620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15" name="Google Shape;915;p33">
                <a:extLst>
                  <a:ext uri="{FF2B5EF4-FFF2-40B4-BE49-F238E27FC236}">
                    <a16:creationId xmlns:a16="http://schemas.microsoft.com/office/drawing/2014/main" id="{1541C27F-BCD8-C97E-A3AD-E56D6D3009C9}"/>
                  </a:ext>
                </a:extLst>
              </p:cNvPr>
              <p:cNvGrpSpPr/>
              <p:nvPr/>
            </p:nvGrpSpPr>
            <p:grpSpPr>
              <a:xfrm>
                <a:off x="842638" y="1142757"/>
                <a:ext cx="1285800" cy="204775"/>
                <a:chOff x="5848350" y="2788450"/>
                <a:chExt cx="1285800" cy="204775"/>
              </a:xfrm>
            </p:grpSpPr>
            <p:cxnSp>
              <p:nvCxnSpPr>
                <p:cNvPr id="916" name="Google Shape;916;p33">
                  <a:extLst>
                    <a:ext uri="{FF2B5EF4-FFF2-40B4-BE49-F238E27FC236}">
                      <a16:creationId xmlns:a16="http://schemas.microsoft.com/office/drawing/2014/main" id="{40CD2154-A095-5410-77EA-FCA6C7B79259}"/>
                    </a:ext>
                  </a:extLst>
                </p:cNvPr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7" name="Google Shape;917;p33">
                  <a:extLst>
                    <a:ext uri="{FF2B5EF4-FFF2-40B4-BE49-F238E27FC236}">
                      <a16:creationId xmlns:a16="http://schemas.microsoft.com/office/drawing/2014/main" id="{B703995B-520F-A4ED-CA44-0EC028D902B1}"/>
                    </a:ext>
                  </a:extLst>
                </p:cNvPr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8" name="Google Shape;918;p33">
                  <a:extLst>
                    <a:ext uri="{FF2B5EF4-FFF2-40B4-BE49-F238E27FC236}">
                      <a16:creationId xmlns:a16="http://schemas.microsoft.com/office/drawing/2014/main" id="{02AB6F79-F92A-A681-F022-CC0644092A05}"/>
                    </a:ext>
                  </a:extLst>
                </p:cNvPr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19" name="Google Shape;919;p33">
              <a:extLst>
                <a:ext uri="{FF2B5EF4-FFF2-40B4-BE49-F238E27FC236}">
                  <a16:creationId xmlns:a16="http://schemas.microsoft.com/office/drawing/2014/main" id="{490C3F39-4842-C8A0-4AE0-1EA747DD5FC2}"/>
                </a:ext>
              </a:extLst>
            </p:cNvPr>
            <p:cNvGrpSpPr/>
            <p:nvPr/>
          </p:nvGrpSpPr>
          <p:grpSpPr>
            <a:xfrm>
              <a:off x="704551" y="2432263"/>
              <a:ext cx="879475" cy="1439864"/>
              <a:chOff x="704550" y="2022613"/>
              <a:chExt cx="879475" cy="1439864"/>
            </a:xfrm>
          </p:grpSpPr>
          <p:sp>
            <p:nvSpPr>
              <p:cNvPr id="920" name="Google Shape;920;p33">
                <a:extLst>
                  <a:ext uri="{FF2B5EF4-FFF2-40B4-BE49-F238E27FC236}">
                    <a16:creationId xmlns:a16="http://schemas.microsoft.com/office/drawing/2014/main" id="{47376F87-57EE-EB5E-A0AB-D3C50BA292BC}"/>
                  </a:ext>
                </a:extLst>
              </p:cNvPr>
              <p:cNvSpPr/>
              <p:nvPr/>
            </p:nvSpPr>
            <p:spPr>
              <a:xfrm flipH="1">
                <a:off x="704551" y="2022613"/>
                <a:ext cx="879475" cy="1439864"/>
              </a:xfrm>
              <a:custGeom>
                <a:avLst/>
                <a:gdLst/>
                <a:ahLst/>
                <a:cxnLst/>
                <a:rect l="l" t="t" r="r" b="b"/>
                <a:pathLst>
                  <a:path w="368" h="602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563"/>
                      <a:pt x="0" y="563"/>
                      <a:pt x="0" y="563"/>
                    </a:cubicBezTo>
                    <a:cubicBezTo>
                      <a:pt x="0" y="577"/>
                      <a:pt x="12" y="589"/>
                      <a:pt x="26" y="589"/>
                    </a:cubicBezTo>
                    <a:cubicBezTo>
                      <a:pt x="310" y="589"/>
                      <a:pt x="310" y="589"/>
                      <a:pt x="310" y="589"/>
                    </a:cubicBezTo>
                    <a:cubicBezTo>
                      <a:pt x="310" y="592"/>
                      <a:pt x="313" y="596"/>
                      <a:pt x="315" y="598"/>
                    </a:cubicBezTo>
                    <a:cubicBezTo>
                      <a:pt x="318" y="600"/>
                      <a:pt x="322" y="602"/>
                      <a:pt x="326" y="602"/>
                    </a:cubicBezTo>
                    <a:cubicBezTo>
                      <a:pt x="327" y="602"/>
                      <a:pt x="327" y="602"/>
                      <a:pt x="327" y="602"/>
                    </a:cubicBezTo>
                    <a:cubicBezTo>
                      <a:pt x="328" y="602"/>
                      <a:pt x="328" y="602"/>
                      <a:pt x="328" y="602"/>
                    </a:cubicBezTo>
                    <a:cubicBezTo>
                      <a:pt x="328" y="601"/>
                      <a:pt x="328" y="601"/>
                      <a:pt x="328" y="601"/>
                    </a:cubicBezTo>
                    <a:cubicBezTo>
                      <a:pt x="326" y="597"/>
                      <a:pt x="326" y="593"/>
                      <a:pt x="326" y="589"/>
                    </a:cubicBezTo>
                    <a:cubicBezTo>
                      <a:pt x="342" y="589"/>
                      <a:pt x="342" y="589"/>
                      <a:pt x="342" y="589"/>
                    </a:cubicBezTo>
                    <a:cubicBezTo>
                      <a:pt x="356" y="589"/>
                      <a:pt x="368" y="577"/>
                      <a:pt x="368" y="563"/>
                    </a:cubicBezTo>
                    <a:cubicBezTo>
                      <a:pt x="368" y="25"/>
                      <a:pt x="368" y="25"/>
                      <a:pt x="368" y="25"/>
                    </a:cubicBezTo>
                    <a:cubicBezTo>
                      <a:pt x="368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33">
                <a:extLst>
                  <a:ext uri="{FF2B5EF4-FFF2-40B4-BE49-F238E27FC236}">
                    <a16:creationId xmlns:a16="http://schemas.microsoft.com/office/drawing/2014/main" id="{0D5D1A6A-F351-0AD1-6B39-C98DBED6E60D}"/>
                  </a:ext>
                </a:extLst>
              </p:cNvPr>
              <p:cNvGrpSpPr/>
              <p:nvPr/>
            </p:nvGrpSpPr>
            <p:grpSpPr>
              <a:xfrm>
                <a:off x="839488" y="2182413"/>
                <a:ext cx="609600" cy="1117540"/>
                <a:chOff x="7453338" y="715125"/>
                <a:chExt cx="609600" cy="1117540"/>
              </a:xfrm>
            </p:grpSpPr>
            <p:cxnSp>
              <p:nvCxnSpPr>
                <p:cNvPr id="922" name="Google Shape;922;p33">
                  <a:extLst>
                    <a:ext uri="{FF2B5EF4-FFF2-40B4-BE49-F238E27FC236}">
                      <a16:creationId xmlns:a16="http://schemas.microsoft.com/office/drawing/2014/main" id="{83E51E58-3926-E108-9484-0655A23D26A1}"/>
                    </a:ext>
                  </a:extLst>
                </p:cNvPr>
                <p:cNvCxnSpPr/>
                <p:nvPr/>
              </p:nvCxnSpPr>
              <p:spPr>
                <a:xfrm>
                  <a:off x="7453338" y="715125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3" name="Google Shape;923;p33">
                  <a:extLst>
                    <a:ext uri="{FF2B5EF4-FFF2-40B4-BE49-F238E27FC236}">
                      <a16:creationId xmlns:a16="http://schemas.microsoft.com/office/drawing/2014/main" id="{B8A42EF7-F8A3-F231-7FA8-35E96F80C948}"/>
                    </a:ext>
                  </a:extLst>
                </p:cNvPr>
                <p:cNvCxnSpPr/>
                <p:nvPr/>
              </p:nvCxnSpPr>
              <p:spPr>
                <a:xfrm>
                  <a:off x="7453338" y="81672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4" name="Google Shape;924;p33">
                  <a:extLst>
                    <a:ext uri="{FF2B5EF4-FFF2-40B4-BE49-F238E27FC236}">
                      <a16:creationId xmlns:a16="http://schemas.microsoft.com/office/drawing/2014/main" id="{4C19B9EF-3B93-20B3-0E41-B262E474BDD8}"/>
                    </a:ext>
                  </a:extLst>
                </p:cNvPr>
                <p:cNvCxnSpPr/>
                <p:nvPr/>
              </p:nvCxnSpPr>
              <p:spPr>
                <a:xfrm>
                  <a:off x="7453338" y="918314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5" name="Google Shape;925;p33">
                  <a:extLst>
                    <a:ext uri="{FF2B5EF4-FFF2-40B4-BE49-F238E27FC236}">
                      <a16:creationId xmlns:a16="http://schemas.microsoft.com/office/drawing/2014/main" id="{C127CDFB-295B-CC8B-503E-3C49C823026B}"/>
                    </a:ext>
                  </a:extLst>
                </p:cNvPr>
                <p:cNvCxnSpPr/>
                <p:nvPr/>
              </p:nvCxnSpPr>
              <p:spPr>
                <a:xfrm>
                  <a:off x="7453338" y="1019909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6" name="Google Shape;926;p33">
                  <a:extLst>
                    <a:ext uri="{FF2B5EF4-FFF2-40B4-BE49-F238E27FC236}">
                      <a16:creationId xmlns:a16="http://schemas.microsoft.com/office/drawing/2014/main" id="{19D5987E-F8F7-7C77-2D5F-551AB1AE7F9A}"/>
                    </a:ext>
                  </a:extLst>
                </p:cNvPr>
                <p:cNvCxnSpPr/>
                <p:nvPr/>
              </p:nvCxnSpPr>
              <p:spPr>
                <a:xfrm>
                  <a:off x="7453338" y="1121503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7" name="Google Shape;927;p33">
                  <a:extLst>
                    <a:ext uri="{FF2B5EF4-FFF2-40B4-BE49-F238E27FC236}">
                      <a16:creationId xmlns:a16="http://schemas.microsoft.com/office/drawing/2014/main" id="{F9CADFF9-5948-3961-4CCE-FD60190C66CD}"/>
                    </a:ext>
                  </a:extLst>
                </p:cNvPr>
                <p:cNvCxnSpPr/>
                <p:nvPr/>
              </p:nvCxnSpPr>
              <p:spPr>
                <a:xfrm>
                  <a:off x="7453338" y="1223098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8" name="Google Shape;928;p33">
                  <a:extLst>
                    <a:ext uri="{FF2B5EF4-FFF2-40B4-BE49-F238E27FC236}">
                      <a16:creationId xmlns:a16="http://schemas.microsoft.com/office/drawing/2014/main" id="{525513EE-54C0-2C58-23A0-D10A42A1E0FC}"/>
                    </a:ext>
                  </a:extLst>
                </p:cNvPr>
                <p:cNvCxnSpPr/>
                <p:nvPr/>
              </p:nvCxnSpPr>
              <p:spPr>
                <a:xfrm>
                  <a:off x="7453338" y="1324692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9" name="Google Shape;929;p33">
                  <a:extLst>
                    <a:ext uri="{FF2B5EF4-FFF2-40B4-BE49-F238E27FC236}">
                      <a16:creationId xmlns:a16="http://schemas.microsoft.com/office/drawing/2014/main" id="{7E54BAEE-EEDD-ED8F-0DE9-B2410F278074}"/>
                    </a:ext>
                  </a:extLst>
                </p:cNvPr>
                <p:cNvCxnSpPr/>
                <p:nvPr/>
              </p:nvCxnSpPr>
              <p:spPr>
                <a:xfrm>
                  <a:off x="7453338" y="1426287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0" name="Google Shape;930;p33">
                  <a:extLst>
                    <a:ext uri="{FF2B5EF4-FFF2-40B4-BE49-F238E27FC236}">
                      <a16:creationId xmlns:a16="http://schemas.microsoft.com/office/drawing/2014/main" id="{59701D34-78E0-6788-C7D7-29E462A2ECA1}"/>
                    </a:ext>
                  </a:extLst>
                </p:cNvPr>
                <p:cNvCxnSpPr/>
                <p:nvPr/>
              </p:nvCxnSpPr>
              <p:spPr>
                <a:xfrm>
                  <a:off x="7453338" y="1527881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1" name="Google Shape;931;p33">
                  <a:extLst>
                    <a:ext uri="{FF2B5EF4-FFF2-40B4-BE49-F238E27FC236}">
                      <a16:creationId xmlns:a16="http://schemas.microsoft.com/office/drawing/2014/main" id="{1C04BD29-5F21-4FCF-0AB4-E80B35591FDE}"/>
                    </a:ext>
                  </a:extLst>
                </p:cNvPr>
                <p:cNvCxnSpPr/>
                <p:nvPr/>
              </p:nvCxnSpPr>
              <p:spPr>
                <a:xfrm>
                  <a:off x="7453338" y="1629476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2" name="Google Shape;932;p33">
                  <a:extLst>
                    <a:ext uri="{FF2B5EF4-FFF2-40B4-BE49-F238E27FC236}">
                      <a16:creationId xmlns:a16="http://schemas.microsoft.com/office/drawing/2014/main" id="{FBF55ACE-5CDF-7DAB-48D0-816E1193E270}"/>
                    </a:ext>
                  </a:extLst>
                </p:cNvPr>
                <p:cNvCxnSpPr/>
                <p:nvPr/>
              </p:nvCxnSpPr>
              <p:spPr>
                <a:xfrm>
                  <a:off x="7453338" y="173107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3" name="Google Shape;933;p33">
                  <a:extLst>
                    <a:ext uri="{FF2B5EF4-FFF2-40B4-BE49-F238E27FC236}">
                      <a16:creationId xmlns:a16="http://schemas.microsoft.com/office/drawing/2014/main" id="{49767818-2F3C-370A-3AEA-AABB232A7803}"/>
                    </a:ext>
                  </a:extLst>
                </p:cNvPr>
                <p:cNvCxnSpPr/>
                <p:nvPr/>
              </p:nvCxnSpPr>
              <p:spPr>
                <a:xfrm>
                  <a:off x="7453338" y="1832665"/>
                  <a:ext cx="280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4" name="Google Shape;934;p33">
              <a:extLst>
                <a:ext uri="{FF2B5EF4-FFF2-40B4-BE49-F238E27FC236}">
                  <a16:creationId xmlns:a16="http://schemas.microsoft.com/office/drawing/2014/main" id="{E726BAB8-D8D8-4562-9E86-D464920F25BD}"/>
                </a:ext>
              </a:extLst>
            </p:cNvPr>
            <p:cNvGrpSpPr/>
            <p:nvPr/>
          </p:nvGrpSpPr>
          <p:grpSpPr>
            <a:xfrm>
              <a:off x="1386950" y="3987826"/>
              <a:ext cx="1544651" cy="315750"/>
              <a:chOff x="1386950" y="3823101"/>
              <a:chExt cx="1544651" cy="315750"/>
            </a:xfrm>
          </p:grpSpPr>
          <p:sp>
            <p:nvSpPr>
              <p:cNvPr id="935" name="Google Shape;935;p33">
                <a:extLst>
                  <a:ext uri="{FF2B5EF4-FFF2-40B4-BE49-F238E27FC236}">
                    <a16:creationId xmlns:a16="http://schemas.microsoft.com/office/drawing/2014/main" id="{00D6E2C0-2D27-5468-6493-2C2B16D65FCB}"/>
                  </a:ext>
                </a:extLst>
              </p:cNvPr>
              <p:cNvSpPr/>
              <p:nvPr/>
            </p:nvSpPr>
            <p:spPr>
              <a:xfrm>
                <a:off x="1386950" y="3823101"/>
                <a:ext cx="1544651" cy="31575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104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1"/>
                      <a:pt x="0" y="25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80"/>
                      <a:pt x="12" y="91"/>
                      <a:pt x="26" y="91"/>
                    </a:cubicBezTo>
                    <a:cubicBezTo>
                      <a:pt x="588" y="91"/>
                      <a:pt x="588" y="91"/>
                      <a:pt x="588" y="91"/>
                    </a:cubicBezTo>
                    <a:cubicBezTo>
                      <a:pt x="589" y="95"/>
                      <a:pt x="591" y="98"/>
                      <a:pt x="594" y="100"/>
                    </a:cubicBezTo>
                    <a:cubicBezTo>
                      <a:pt x="597" y="103"/>
                      <a:pt x="601" y="104"/>
                      <a:pt x="604" y="104"/>
                    </a:cubicBezTo>
                    <a:cubicBezTo>
                      <a:pt x="605" y="104"/>
                      <a:pt x="605" y="104"/>
                      <a:pt x="606" y="104"/>
                    </a:cubicBezTo>
                    <a:cubicBezTo>
                      <a:pt x="606" y="104"/>
                      <a:pt x="606" y="104"/>
                      <a:pt x="606" y="104"/>
                    </a:cubicBezTo>
                    <a:cubicBezTo>
                      <a:pt x="606" y="103"/>
                      <a:pt x="606" y="103"/>
                      <a:pt x="606" y="103"/>
                    </a:cubicBezTo>
                    <a:cubicBezTo>
                      <a:pt x="604" y="99"/>
                      <a:pt x="604" y="95"/>
                      <a:pt x="604" y="91"/>
                    </a:cubicBezTo>
                    <a:cubicBezTo>
                      <a:pt x="620" y="91"/>
                      <a:pt x="620" y="91"/>
                      <a:pt x="620" y="91"/>
                    </a:cubicBezTo>
                    <a:cubicBezTo>
                      <a:pt x="634" y="91"/>
                      <a:pt x="646" y="80"/>
                      <a:pt x="646" y="66"/>
                    </a:cubicBezTo>
                    <a:cubicBezTo>
                      <a:pt x="646" y="25"/>
                      <a:pt x="646" y="25"/>
                      <a:pt x="646" y="25"/>
                    </a:cubicBezTo>
                    <a:cubicBezTo>
                      <a:pt x="646" y="11"/>
                      <a:pt x="634" y="0"/>
                      <a:pt x="620" y="0"/>
                    </a:cubicBez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6" name="Google Shape;936;p33">
                <a:extLst>
                  <a:ext uri="{FF2B5EF4-FFF2-40B4-BE49-F238E27FC236}">
                    <a16:creationId xmlns:a16="http://schemas.microsoft.com/office/drawing/2014/main" id="{087A6B24-8E72-AF7B-1745-7CE7310ABDF0}"/>
                  </a:ext>
                </a:extLst>
              </p:cNvPr>
              <p:cNvGrpSpPr/>
              <p:nvPr/>
            </p:nvGrpSpPr>
            <p:grpSpPr>
              <a:xfrm>
                <a:off x="1485502" y="3909138"/>
                <a:ext cx="1369506" cy="102388"/>
                <a:chOff x="5848350" y="2772075"/>
                <a:chExt cx="1285800" cy="102388"/>
              </a:xfrm>
            </p:grpSpPr>
            <p:cxnSp>
              <p:nvCxnSpPr>
                <p:cNvPr id="937" name="Google Shape;937;p33">
                  <a:extLst>
                    <a:ext uri="{FF2B5EF4-FFF2-40B4-BE49-F238E27FC236}">
                      <a16:creationId xmlns:a16="http://schemas.microsoft.com/office/drawing/2014/main" id="{FC33FB2A-BA6E-1DF5-90F2-AD2568A4E72E}"/>
                    </a:ext>
                  </a:extLst>
                </p:cNvPr>
                <p:cNvCxnSpPr/>
                <p:nvPr/>
              </p:nvCxnSpPr>
              <p:spPr>
                <a:xfrm>
                  <a:off x="5848350" y="2772075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8" name="Google Shape;938;p33">
                  <a:extLst>
                    <a:ext uri="{FF2B5EF4-FFF2-40B4-BE49-F238E27FC236}">
                      <a16:creationId xmlns:a16="http://schemas.microsoft.com/office/drawing/2014/main" id="{91E44465-B42E-82C1-66ED-0FFC9C897481}"/>
                    </a:ext>
                  </a:extLst>
                </p:cNvPr>
                <p:cNvCxnSpPr/>
                <p:nvPr/>
              </p:nvCxnSpPr>
              <p:spPr>
                <a:xfrm>
                  <a:off x="5848350" y="2874463"/>
                  <a:ext cx="389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9" name="Google Shape;939;p33">
              <a:extLst>
                <a:ext uri="{FF2B5EF4-FFF2-40B4-BE49-F238E27FC236}">
                  <a16:creationId xmlns:a16="http://schemas.microsoft.com/office/drawing/2014/main" id="{F89450BB-43B5-C6E7-FB88-4CDD3CC205D4}"/>
                </a:ext>
              </a:extLst>
            </p:cNvPr>
            <p:cNvGrpSpPr/>
            <p:nvPr/>
          </p:nvGrpSpPr>
          <p:grpSpPr>
            <a:xfrm>
              <a:off x="2079875" y="3368426"/>
              <a:ext cx="877888" cy="469900"/>
              <a:chOff x="2079875" y="3121151"/>
              <a:chExt cx="877888" cy="469900"/>
            </a:xfrm>
          </p:grpSpPr>
          <p:sp>
            <p:nvSpPr>
              <p:cNvPr id="940" name="Google Shape;940;p33">
                <a:extLst>
                  <a:ext uri="{FF2B5EF4-FFF2-40B4-BE49-F238E27FC236}">
                    <a16:creationId xmlns:a16="http://schemas.microsoft.com/office/drawing/2014/main" id="{10AA2A55-822E-C785-470A-50C2504A0F20}"/>
                  </a:ext>
                </a:extLst>
              </p:cNvPr>
              <p:cNvSpPr/>
              <p:nvPr/>
            </p:nvSpPr>
            <p:spPr>
              <a:xfrm>
                <a:off x="2079875" y="3121150"/>
                <a:ext cx="877888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97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2" y="184"/>
                      <a:pt x="26" y="184"/>
                    </a:cubicBezTo>
                    <a:cubicBezTo>
                      <a:pt x="309" y="184"/>
                      <a:pt x="309" y="184"/>
                      <a:pt x="309" y="184"/>
                    </a:cubicBezTo>
                    <a:cubicBezTo>
                      <a:pt x="310" y="187"/>
                      <a:pt x="312" y="191"/>
                      <a:pt x="315" y="193"/>
                    </a:cubicBezTo>
                    <a:cubicBezTo>
                      <a:pt x="318" y="196"/>
                      <a:pt x="322" y="197"/>
                      <a:pt x="326" y="197"/>
                    </a:cubicBezTo>
                    <a:cubicBezTo>
                      <a:pt x="326" y="197"/>
                      <a:pt x="327" y="197"/>
                      <a:pt x="327" y="197"/>
                    </a:cubicBezTo>
                    <a:cubicBezTo>
                      <a:pt x="328" y="197"/>
                      <a:pt x="328" y="197"/>
                      <a:pt x="328" y="197"/>
                    </a:cubicBezTo>
                    <a:cubicBezTo>
                      <a:pt x="328" y="196"/>
                      <a:pt x="328" y="196"/>
                      <a:pt x="328" y="196"/>
                    </a:cubicBezTo>
                    <a:cubicBezTo>
                      <a:pt x="326" y="192"/>
                      <a:pt x="325" y="188"/>
                      <a:pt x="326" y="184"/>
                    </a:cubicBezTo>
                    <a:cubicBezTo>
                      <a:pt x="342" y="184"/>
                      <a:pt x="342" y="184"/>
                      <a:pt x="342" y="184"/>
                    </a:cubicBezTo>
                    <a:cubicBezTo>
                      <a:pt x="356" y="184"/>
                      <a:pt x="367" y="172"/>
                      <a:pt x="367" y="158"/>
                    </a:cubicBezTo>
                    <a:cubicBezTo>
                      <a:pt x="367" y="25"/>
                      <a:pt x="367" y="25"/>
                      <a:pt x="367" y="25"/>
                    </a:cubicBezTo>
                    <a:cubicBezTo>
                      <a:pt x="367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41" name="Google Shape;941;p33">
                <a:extLst>
                  <a:ext uri="{FF2B5EF4-FFF2-40B4-BE49-F238E27FC236}">
                    <a16:creationId xmlns:a16="http://schemas.microsoft.com/office/drawing/2014/main" id="{E6582C97-9A15-EA0D-766D-02701912911C}"/>
                  </a:ext>
                </a:extLst>
              </p:cNvPr>
              <p:cNvGrpSpPr/>
              <p:nvPr/>
            </p:nvGrpSpPr>
            <p:grpSpPr>
              <a:xfrm>
                <a:off x="2181689" y="3241906"/>
                <a:ext cx="674279" cy="203189"/>
                <a:chOff x="2181677" y="2165344"/>
                <a:chExt cx="674279" cy="203189"/>
              </a:xfrm>
            </p:grpSpPr>
            <p:cxnSp>
              <p:nvCxnSpPr>
                <p:cNvPr id="942" name="Google Shape;942;p33">
                  <a:extLst>
                    <a:ext uri="{FF2B5EF4-FFF2-40B4-BE49-F238E27FC236}">
                      <a16:creationId xmlns:a16="http://schemas.microsoft.com/office/drawing/2014/main" id="{91D23EBE-D21A-C870-D427-1A87BA2BCBB7}"/>
                    </a:ext>
                  </a:extLst>
                </p:cNvPr>
                <p:cNvCxnSpPr/>
                <p:nvPr/>
              </p:nvCxnSpPr>
              <p:spPr>
                <a:xfrm>
                  <a:off x="2181677" y="2165344"/>
                  <a:ext cx="67427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3" name="Google Shape;943;p33">
                  <a:extLst>
                    <a:ext uri="{FF2B5EF4-FFF2-40B4-BE49-F238E27FC236}">
                      <a16:creationId xmlns:a16="http://schemas.microsoft.com/office/drawing/2014/main" id="{9817EA1F-F862-1408-F3F7-8BA4B5635BAA}"/>
                    </a:ext>
                  </a:extLst>
                </p:cNvPr>
                <p:cNvCxnSpPr/>
                <p:nvPr/>
              </p:nvCxnSpPr>
              <p:spPr>
                <a:xfrm>
                  <a:off x="2181677" y="2266938"/>
                  <a:ext cx="67427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4" name="Google Shape;944;p33">
                  <a:extLst>
                    <a:ext uri="{FF2B5EF4-FFF2-40B4-BE49-F238E27FC236}">
                      <a16:creationId xmlns:a16="http://schemas.microsoft.com/office/drawing/2014/main" id="{FBF0CE6E-C169-082C-42B8-A0180D4D8A56}"/>
                    </a:ext>
                  </a:extLst>
                </p:cNvPr>
                <p:cNvCxnSpPr/>
                <p:nvPr/>
              </p:nvCxnSpPr>
              <p:spPr>
                <a:xfrm>
                  <a:off x="2181677" y="2368533"/>
                  <a:ext cx="67427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45" name="Google Shape;945;p33">
              <a:extLst>
                <a:ext uri="{FF2B5EF4-FFF2-40B4-BE49-F238E27FC236}">
                  <a16:creationId xmlns:a16="http://schemas.microsoft.com/office/drawing/2014/main" id="{56E42F7B-82DF-B184-3477-2C166F1EB422}"/>
                </a:ext>
              </a:extLst>
            </p:cNvPr>
            <p:cNvGrpSpPr/>
            <p:nvPr/>
          </p:nvGrpSpPr>
          <p:grpSpPr>
            <a:xfrm>
              <a:off x="1736425" y="2257167"/>
              <a:ext cx="1094925" cy="430550"/>
              <a:chOff x="1862850" y="1718717"/>
              <a:chExt cx="1094925" cy="430550"/>
            </a:xfrm>
          </p:grpSpPr>
          <p:sp>
            <p:nvSpPr>
              <p:cNvPr id="946" name="Google Shape;946;p33">
                <a:extLst>
                  <a:ext uri="{FF2B5EF4-FFF2-40B4-BE49-F238E27FC236}">
                    <a16:creationId xmlns:a16="http://schemas.microsoft.com/office/drawing/2014/main" id="{A85C0E23-8803-E1CA-DE5D-2447747018F1}"/>
                  </a:ext>
                </a:extLst>
              </p:cNvPr>
              <p:cNvSpPr/>
              <p:nvPr/>
            </p:nvSpPr>
            <p:spPr>
              <a:xfrm flipH="1">
                <a:off x="1862850" y="1718717"/>
                <a:ext cx="1094925" cy="430550"/>
              </a:xfrm>
              <a:custGeom>
                <a:avLst/>
                <a:gdLst/>
                <a:ahLst/>
                <a:cxnLst/>
                <a:rect l="l" t="t" r="r" b="b"/>
                <a:pathLst>
                  <a:path w="333" h="131" extrusionOk="0">
                    <a:moveTo>
                      <a:pt x="309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1"/>
                      <a:pt x="0" y="23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0" y="108"/>
                      <a:pt x="10" y="118"/>
                      <a:pt x="23" y="118"/>
                    </a:cubicBezTo>
                    <a:cubicBezTo>
                      <a:pt x="34" y="118"/>
                      <a:pt x="34" y="118"/>
                      <a:pt x="34" y="118"/>
                    </a:cubicBezTo>
                    <a:cubicBezTo>
                      <a:pt x="34" y="122"/>
                      <a:pt x="34" y="126"/>
                      <a:pt x="32" y="130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33" y="131"/>
                      <a:pt x="33" y="131"/>
                      <a:pt x="34" y="131"/>
                    </a:cubicBezTo>
                    <a:cubicBezTo>
                      <a:pt x="37" y="131"/>
                      <a:pt x="41" y="130"/>
                      <a:pt x="44" y="127"/>
                    </a:cubicBezTo>
                    <a:cubicBezTo>
                      <a:pt x="47" y="125"/>
                      <a:pt x="49" y="122"/>
                      <a:pt x="50" y="118"/>
                    </a:cubicBezTo>
                    <a:cubicBezTo>
                      <a:pt x="309" y="118"/>
                      <a:pt x="309" y="118"/>
                      <a:pt x="309" y="118"/>
                    </a:cubicBezTo>
                    <a:cubicBezTo>
                      <a:pt x="322" y="118"/>
                      <a:pt x="333" y="108"/>
                      <a:pt x="333" y="95"/>
                    </a:cubicBezTo>
                    <a:cubicBezTo>
                      <a:pt x="333" y="23"/>
                      <a:pt x="333" y="23"/>
                      <a:pt x="333" y="23"/>
                    </a:cubicBezTo>
                    <a:cubicBezTo>
                      <a:pt x="333" y="11"/>
                      <a:pt x="322" y="0"/>
                      <a:pt x="309" y="0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47" name="Google Shape;947;p33">
                <a:extLst>
                  <a:ext uri="{FF2B5EF4-FFF2-40B4-BE49-F238E27FC236}">
                    <a16:creationId xmlns:a16="http://schemas.microsoft.com/office/drawing/2014/main" id="{66855013-DC9D-8C3A-2E0F-7480254E3A09}"/>
                  </a:ext>
                </a:extLst>
              </p:cNvPr>
              <p:cNvGrpSpPr/>
              <p:nvPr/>
            </p:nvGrpSpPr>
            <p:grpSpPr>
              <a:xfrm>
                <a:off x="1978095" y="1808221"/>
                <a:ext cx="877866" cy="203169"/>
                <a:chOff x="2181677" y="2165344"/>
                <a:chExt cx="674400" cy="203189"/>
              </a:xfrm>
            </p:grpSpPr>
            <p:cxnSp>
              <p:nvCxnSpPr>
                <p:cNvPr id="948" name="Google Shape;948;p33">
                  <a:extLst>
                    <a:ext uri="{FF2B5EF4-FFF2-40B4-BE49-F238E27FC236}">
                      <a16:creationId xmlns:a16="http://schemas.microsoft.com/office/drawing/2014/main" id="{F5478BBE-88C6-DE19-B243-6E76BFC45A60}"/>
                    </a:ext>
                  </a:extLst>
                </p:cNvPr>
                <p:cNvCxnSpPr/>
                <p:nvPr/>
              </p:nvCxnSpPr>
              <p:spPr>
                <a:xfrm>
                  <a:off x="2181677" y="2165344"/>
                  <a:ext cx="67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9" name="Google Shape;949;p33">
                  <a:extLst>
                    <a:ext uri="{FF2B5EF4-FFF2-40B4-BE49-F238E27FC236}">
                      <a16:creationId xmlns:a16="http://schemas.microsoft.com/office/drawing/2014/main" id="{B57E0AFE-E142-D21E-A553-BB7496889791}"/>
                    </a:ext>
                  </a:extLst>
                </p:cNvPr>
                <p:cNvCxnSpPr/>
                <p:nvPr/>
              </p:nvCxnSpPr>
              <p:spPr>
                <a:xfrm>
                  <a:off x="2181677" y="2266938"/>
                  <a:ext cx="67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0" name="Google Shape;950;p33">
                  <a:extLst>
                    <a:ext uri="{FF2B5EF4-FFF2-40B4-BE49-F238E27FC236}">
                      <a16:creationId xmlns:a16="http://schemas.microsoft.com/office/drawing/2014/main" id="{844EFC6E-1619-29FD-3AA3-5A399D302CA1}"/>
                    </a:ext>
                  </a:extLst>
                </p:cNvPr>
                <p:cNvCxnSpPr/>
                <p:nvPr/>
              </p:nvCxnSpPr>
              <p:spPr>
                <a:xfrm>
                  <a:off x="2181677" y="2368533"/>
                  <a:ext cx="20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cxnSp>
        <p:nvCxnSpPr>
          <p:cNvPr id="951" name="Google Shape;951;p33">
            <a:extLst>
              <a:ext uri="{FF2B5EF4-FFF2-40B4-BE49-F238E27FC236}">
                <a16:creationId xmlns:a16="http://schemas.microsoft.com/office/drawing/2014/main" id="{B5565A74-B7E1-D548-D2AE-8C8885D6A3E8}"/>
              </a:ext>
            </a:extLst>
          </p:cNvPr>
          <p:cNvCxnSpPr/>
          <p:nvPr/>
        </p:nvCxnSpPr>
        <p:spPr>
          <a:xfrm>
            <a:off x="4310875" y="3755775"/>
            <a:ext cx="411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2" name="Google Shape;952;p33">
            <a:extLst>
              <a:ext uri="{FF2B5EF4-FFF2-40B4-BE49-F238E27FC236}">
                <a16:creationId xmlns:a16="http://schemas.microsoft.com/office/drawing/2014/main" id="{B42DE51E-C6F9-AA35-942F-F8EF78DB84B0}"/>
              </a:ext>
            </a:extLst>
          </p:cNvPr>
          <p:cNvCxnSpPr/>
          <p:nvPr/>
        </p:nvCxnSpPr>
        <p:spPr>
          <a:xfrm>
            <a:off x="4310875" y="2724668"/>
            <a:ext cx="411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39700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F163F341-62F7-10D8-F688-763EFEBFE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4">
            <a:extLst>
              <a:ext uri="{FF2B5EF4-FFF2-40B4-BE49-F238E27FC236}">
                <a16:creationId xmlns:a16="http://schemas.microsoft.com/office/drawing/2014/main" id="{CB259D83-7EDF-C120-E6DD-217290247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327" y="81903"/>
            <a:ext cx="864702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Key Features Implemented</a:t>
            </a:r>
            <a:endParaRPr dirty="0">
              <a:latin typeface="Barlow" panose="00000500000000000000" pitchFamily="2" charset="0"/>
            </a:endParaRPr>
          </a:p>
        </p:txBody>
      </p:sp>
      <p:sp>
        <p:nvSpPr>
          <p:cNvPr id="960" name="Google Shape;960;p34">
            <a:extLst>
              <a:ext uri="{FF2B5EF4-FFF2-40B4-BE49-F238E27FC236}">
                <a16:creationId xmlns:a16="http://schemas.microsoft.com/office/drawing/2014/main" id="{839F94C1-4F15-89A1-E2AF-D529C203EEB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05326" y="654602"/>
            <a:ext cx="8114927" cy="47128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Making Learning Interactive</a:t>
            </a:r>
          </a:p>
          <a:p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Smart Document Understanding (RAG)</a:t>
            </a:r>
            <a:br>
              <a:rPr lang="en-US" sz="1600" dirty="0"/>
            </a:br>
            <a:r>
              <a:rPr lang="en-US" sz="1600" dirty="0"/>
              <a:t>Students can upload PDFs or notes and ask questions directly from their syllabus.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Real-Time Knowledge Retrieval</a:t>
            </a:r>
            <a:br>
              <a:rPr lang="en-US" sz="1600" dirty="0"/>
            </a:br>
            <a:r>
              <a:rPr lang="en-US" sz="1600" dirty="0"/>
              <a:t>If information is missing in the documents, the chatbot performs live web search.</a:t>
            </a:r>
          </a:p>
          <a:p>
            <a:endParaRPr lang="en-US" sz="1600" dirty="0"/>
          </a:p>
          <a:p>
            <a:r>
              <a:rPr lang="en-US" sz="1600" b="1" dirty="0"/>
              <a:t>Flexible Response Modes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Concise → Quick revision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Detailed → Deep concept explanation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Quiz Generator</a:t>
            </a:r>
            <a:br>
              <a:rPr lang="en-US" sz="1600" dirty="0"/>
            </a:br>
            <a:r>
              <a:rPr lang="en-US" sz="1600" dirty="0"/>
              <a:t>Automatically generates practice MCQs from uploaded notes.</a:t>
            </a:r>
          </a:p>
          <a:p>
            <a:endParaRPr lang="en-US" sz="1600" dirty="0"/>
          </a:p>
          <a:p>
            <a:r>
              <a:rPr lang="en-US" sz="1600" b="1" dirty="0"/>
              <a:t>Session-Based Learning</a:t>
            </a:r>
            <a:br>
              <a:rPr lang="en-US" sz="1600" dirty="0"/>
            </a:br>
            <a:r>
              <a:rPr lang="en-US" sz="1600" dirty="0"/>
              <a:t>Students can continue learning without losing chat history.</a:t>
            </a:r>
          </a:p>
        </p:txBody>
      </p:sp>
    </p:spTree>
    <p:extLst>
      <p:ext uri="{BB962C8B-B14F-4D97-AF65-F5344CB8AC3E}">
        <p14:creationId xmlns:p14="http://schemas.microsoft.com/office/powerpoint/2010/main" val="3366402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>
          <a:extLst>
            <a:ext uri="{FF2B5EF4-FFF2-40B4-BE49-F238E27FC236}">
              <a16:creationId xmlns:a16="http://schemas.microsoft.com/office/drawing/2014/main" id="{B7AD6919-A80A-97F7-87A0-6B455A14B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3">
            <a:extLst>
              <a:ext uri="{FF2B5EF4-FFF2-40B4-BE49-F238E27FC236}">
                <a16:creationId xmlns:a16="http://schemas.microsoft.com/office/drawing/2014/main" id="{146F80C6-EBCB-280B-8F19-74274A6E2F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5008" y="2636645"/>
            <a:ext cx="6385869" cy="10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800" dirty="0"/>
              <a:t>Challenges &amp; Deployment</a:t>
            </a:r>
            <a:endParaRPr sz="2800" dirty="0"/>
          </a:p>
        </p:txBody>
      </p:sp>
      <p:sp>
        <p:nvSpPr>
          <p:cNvPr id="911" name="Google Shape;911;p33">
            <a:extLst>
              <a:ext uri="{FF2B5EF4-FFF2-40B4-BE49-F238E27FC236}">
                <a16:creationId xmlns:a16="http://schemas.microsoft.com/office/drawing/2014/main" id="{5B96E65D-62B3-1739-F646-6A2D0D4D9FC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95075" y="1806613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912" name="Google Shape;912;p33">
            <a:extLst>
              <a:ext uri="{FF2B5EF4-FFF2-40B4-BE49-F238E27FC236}">
                <a16:creationId xmlns:a16="http://schemas.microsoft.com/office/drawing/2014/main" id="{C39CC9A2-25FB-957A-CDC7-CA9631A335D0}"/>
              </a:ext>
            </a:extLst>
          </p:cNvPr>
          <p:cNvGrpSpPr/>
          <p:nvPr/>
        </p:nvGrpSpPr>
        <p:grpSpPr>
          <a:xfrm>
            <a:off x="704550" y="1577225"/>
            <a:ext cx="2253212" cy="2726351"/>
            <a:chOff x="704550" y="1577225"/>
            <a:chExt cx="2253212" cy="2726351"/>
          </a:xfrm>
        </p:grpSpPr>
        <p:grpSp>
          <p:nvGrpSpPr>
            <p:cNvPr id="913" name="Google Shape;913;p33">
              <a:extLst>
                <a:ext uri="{FF2B5EF4-FFF2-40B4-BE49-F238E27FC236}">
                  <a16:creationId xmlns:a16="http://schemas.microsoft.com/office/drawing/2014/main" id="{9CF87662-E93F-31D5-91CF-87033976064F}"/>
                </a:ext>
              </a:extLst>
            </p:cNvPr>
            <p:cNvGrpSpPr/>
            <p:nvPr/>
          </p:nvGrpSpPr>
          <p:grpSpPr>
            <a:xfrm>
              <a:off x="713213" y="1577225"/>
              <a:ext cx="1544638" cy="528638"/>
              <a:chOff x="713213" y="1004650"/>
              <a:chExt cx="1544638" cy="528638"/>
            </a:xfrm>
          </p:grpSpPr>
          <p:sp>
            <p:nvSpPr>
              <p:cNvPr id="914" name="Google Shape;914;p33">
                <a:extLst>
                  <a:ext uri="{FF2B5EF4-FFF2-40B4-BE49-F238E27FC236}">
                    <a16:creationId xmlns:a16="http://schemas.microsoft.com/office/drawing/2014/main" id="{3FAFB426-0336-BD5E-7AB9-BE9583D422AD}"/>
                  </a:ext>
                </a:extLst>
              </p:cNvPr>
              <p:cNvSpPr/>
              <p:nvPr/>
            </p:nvSpPr>
            <p:spPr>
              <a:xfrm flipH="1">
                <a:off x="713213" y="1004650"/>
                <a:ext cx="1544638" cy="528638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21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97"/>
                      <a:pt x="12" y="208"/>
                      <a:pt x="26" y="208"/>
                    </a:cubicBezTo>
                    <a:cubicBezTo>
                      <a:pt x="588" y="208"/>
                      <a:pt x="588" y="208"/>
                      <a:pt x="588" y="208"/>
                    </a:cubicBezTo>
                    <a:cubicBezTo>
                      <a:pt x="589" y="212"/>
                      <a:pt x="591" y="215"/>
                      <a:pt x="594" y="218"/>
                    </a:cubicBezTo>
                    <a:cubicBezTo>
                      <a:pt x="597" y="220"/>
                      <a:pt x="601" y="221"/>
                      <a:pt x="604" y="221"/>
                    </a:cubicBezTo>
                    <a:cubicBezTo>
                      <a:pt x="605" y="221"/>
                      <a:pt x="605" y="221"/>
                      <a:pt x="606" y="221"/>
                    </a:cubicBezTo>
                    <a:cubicBezTo>
                      <a:pt x="606" y="221"/>
                      <a:pt x="606" y="221"/>
                      <a:pt x="606" y="221"/>
                    </a:cubicBezTo>
                    <a:cubicBezTo>
                      <a:pt x="606" y="220"/>
                      <a:pt x="606" y="220"/>
                      <a:pt x="606" y="220"/>
                    </a:cubicBezTo>
                    <a:cubicBezTo>
                      <a:pt x="604" y="217"/>
                      <a:pt x="604" y="212"/>
                      <a:pt x="604" y="208"/>
                    </a:cubicBezTo>
                    <a:cubicBezTo>
                      <a:pt x="620" y="208"/>
                      <a:pt x="620" y="208"/>
                      <a:pt x="620" y="208"/>
                    </a:cubicBezTo>
                    <a:cubicBezTo>
                      <a:pt x="634" y="208"/>
                      <a:pt x="646" y="197"/>
                      <a:pt x="646" y="183"/>
                    </a:cubicBezTo>
                    <a:cubicBezTo>
                      <a:pt x="646" y="26"/>
                      <a:pt x="646" y="26"/>
                      <a:pt x="646" y="26"/>
                    </a:cubicBezTo>
                    <a:cubicBezTo>
                      <a:pt x="646" y="12"/>
                      <a:pt x="634" y="0"/>
                      <a:pt x="620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15" name="Google Shape;915;p33">
                <a:extLst>
                  <a:ext uri="{FF2B5EF4-FFF2-40B4-BE49-F238E27FC236}">
                    <a16:creationId xmlns:a16="http://schemas.microsoft.com/office/drawing/2014/main" id="{9ABFDA66-D104-DB40-FCFE-E555C8A11758}"/>
                  </a:ext>
                </a:extLst>
              </p:cNvPr>
              <p:cNvGrpSpPr/>
              <p:nvPr/>
            </p:nvGrpSpPr>
            <p:grpSpPr>
              <a:xfrm>
                <a:off x="842638" y="1142757"/>
                <a:ext cx="1285800" cy="204775"/>
                <a:chOff x="5848350" y="2788450"/>
                <a:chExt cx="1285800" cy="204775"/>
              </a:xfrm>
            </p:grpSpPr>
            <p:cxnSp>
              <p:nvCxnSpPr>
                <p:cNvPr id="916" name="Google Shape;916;p33">
                  <a:extLst>
                    <a:ext uri="{FF2B5EF4-FFF2-40B4-BE49-F238E27FC236}">
                      <a16:creationId xmlns:a16="http://schemas.microsoft.com/office/drawing/2014/main" id="{BAA80B6E-51FE-7A03-195E-580B50CC5BBF}"/>
                    </a:ext>
                  </a:extLst>
                </p:cNvPr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7" name="Google Shape;917;p33">
                  <a:extLst>
                    <a:ext uri="{FF2B5EF4-FFF2-40B4-BE49-F238E27FC236}">
                      <a16:creationId xmlns:a16="http://schemas.microsoft.com/office/drawing/2014/main" id="{B9685E1F-77E2-7422-E4A2-8BC958FE2218}"/>
                    </a:ext>
                  </a:extLst>
                </p:cNvPr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8" name="Google Shape;918;p33">
                  <a:extLst>
                    <a:ext uri="{FF2B5EF4-FFF2-40B4-BE49-F238E27FC236}">
                      <a16:creationId xmlns:a16="http://schemas.microsoft.com/office/drawing/2014/main" id="{BB54B60D-3E52-A91B-7715-30F8A7620548}"/>
                    </a:ext>
                  </a:extLst>
                </p:cNvPr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19" name="Google Shape;919;p33">
              <a:extLst>
                <a:ext uri="{FF2B5EF4-FFF2-40B4-BE49-F238E27FC236}">
                  <a16:creationId xmlns:a16="http://schemas.microsoft.com/office/drawing/2014/main" id="{2B9957FB-A46B-81E1-2BE1-FC750A060910}"/>
                </a:ext>
              </a:extLst>
            </p:cNvPr>
            <p:cNvGrpSpPr/>
            <p:nvPr/>
          </p:nvGrpSpPr>
          <p:grpSpPr>
            <a:xfrm>
              <a:off x="704551" y="2432263"/>
              <a:ext cx="879475" cy="1439864"/>
              <a:chOff x="704550" y="2022613"/>
              <a:chExt cx="879475" cy="1439864"/>
            </a:xfrm>
          </p:grpSpPr>
          <p:sp>
            <p:nvSpPr>
              <p:cNvPr id="920" name="Google Shape;920;p33">
                <a:extLst>
                  <a:ext uri="{FF2B5EF4-FFF2-40B4-BE49-F238E27FC236}">
                    <a16:creationId xmlns:a16="http://schemas.microsoft.com/office/drawing/2014/main" id="{818513B0-8CA4-EB87-8C57-38582807E845}"/>
                  </a:ext>
                </a:extLst>
              </p:cNvPr>
              <p:cNvSpPr/>
              <p:nvPr/>
            </p:nvSpPr>
            <p:spPr>
              <a:xfrm flipH="1">
                <a:off x="704551" y="2022613"/>
                <a:ext cx="879475" cy="1439864"/>
              </a:xfrm>
              <a:custGeom>
                <a:avLst/>
                <a:gdLst/>
                <a:ahLst/>
                <a:cxnLst/>
                <a:rect l="l" t="t" r="r" b="b"/>
                <a:pathLst>
                  <a:path w="368" h="602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563"/>
                      <a:pt x="0" y="563"/>
                      <a:pt x="0" y="563"/>
                    </a:cubicBezTo>
                    <a:cubicBezTo>
                      <a:pt x="0" y="577"/>
                      <a:pt x="12" y="589"/>
                      <a:pt x="26" y="589"/>
                    </a:cubicBezTo>
                    <a:cubicBezTo>
                      <a:pt x="310" y="589"/>
                      <a:pt x="310" y="589"/>
                      <a:pt x="310" y="589"/>
                    </a:cubicBezTo>
                    <a:cubicBezTo>
                      <a:pt x="310" y="592"/>
                      <a:pt x="313" y="596"/>
                      <a:pt x="315" y="598"/>
                    </a:cubicBezTo>
                    <a:cubicBezTo>
                      <a:pt x="318" y="600"/>
                      <a:pt x="322" y="602"/>
                      <a:pt x="326" y="602"/>
                    </a:cubicBezTo>
                    <a:cubicBezTo>
                      <a:pt x="327" y="602"/>
                      <a:pt x="327" y="602"/>
                      <a:pt x="327" y="602"/>
                    </a:cubicBezTo>
                    <a:cubicBezTo>
                      <a:pt x="328" y="602"/>
                      <a:pt x="328" y="602"/>
                      <a:pt x="328" y="602"/>
                    </a:cubicBezTo>
                    <a:cubicBezTo>
                      <a:pt x="328" y="601"/>
                      <a:pt x="328" y="601"/>
                      <a:pt x="328" y="601"/>
                    </a:cubicBezTo>
                    <a:cubicBezTo>
                      <a:pt x="326" y="597"/>
                      <a:pt x="326" y="593"/>
                      <a:pt x="326" y="589"/>
                    </a:cubicBezTo>
                    <a:cubicBezTo>
                      <a:pt x="342" y="589"/>
                      <a:pt x="342" y="589"/>
                      <a:pt x="342" y="589"/>
                    </a:cubicBezTo>
                    <a:cubicBezTo>
                      <a:pt x="356" y="589"/>
                      <a:pt x="368" y="577"/>
                      <a:pt x="368" y="563"/>
                    </a:cubicBezTo>
                    <a:cubicBezTo>
                      <a:pt x="368" y="25"/>
                      <a:pt x="368" y="25"/>
                      <a:pt x="368" y="25"/>
                    </a:cubicBezTo>
                    <a:cubicBezTo>
                      <a:pt x="368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33">
                <a:extLst>
                  <a:ext uri="{FF2B5EF4-FFF2-40B4-BE49-F238E27FC236}">
                    <a16:creationId xmlns:a16="http://schemas.microsoft.com/office/drawing/2014/main" id="{7BFC7863-D971-E341-29B3-F95FA5F87272}"/>
                  </a:ext>
                </a:extLst>
              </p:cNvPr>
              <p:cNvGrpSpPr/>
              <p:nvPr/>
            </p:nvGrpSpPr>
            <p:grpSpPr>
              <a:xfrm>
                <a:off x="839488" y="2182413"/>
                <a:ext cx="609600" cy="1117540"/>
                <a:chOff x="7453338" y="715125"/>
                <a:chExt cx="609600" cy="1117540"/>
              </a:xfrm>
            </p:grpSpPr>
            <p:cxnSp>
              <p:nvCxnSpPr>
                <p:cNvPr id="922" name="Google Shape;922;p33">
                  <a:extLst>
                    <a:ext uri="{FF2B5EF4-FFF2-40B4-BE49-F238E27FC236}">
                      <a16:creationId xmlns:a16="http://schemas.microsoft.com/office/drawing/2014/main" id="{F4F351C6-0138-767A-21F6-A2EA6E0390C0}"/>
                    </a:ext>
                  </a:extLst>
                </p:cNvPr>
                <p:cNvCxnSpPr/>
                <p:nvPr/>
              </p:nvCxnSpPr>
              <p:spPr>
                <a:xfrm>
                  <a:off x="7453338" y="715125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3" name="Google Shape;923;p33">
                  <a:extLst>
                    <a:ext uri="{FF2B5EF4-FFF2-40B4-BE49-F238E27FC236}">
                      <a16:creationId xmlns:a16="http://schemas.microsoft.com/office/drawing/2014/main" id="{834CBCFB-BDD7-C9F2-AE3D-7DE4021908D6}"/>
                    </a:ext>
                  </a:extLst>
                </p:cNvPr>
                <p:cNvCxnSpPr/>
                <p:nvPr/>
              </p:nvCxnSpPr>
              <p:spPr>
                <a:xfrm>
                  <a:off x="7453338" y="81672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4" name="Google Shape;924;p33">
                  <a:extLst>
                    <a:ext uri="{FF2B5EF4-FFF2-40B4-BE49-F238E27FC236}">
                      <a16:creationId xmlns:a16="http://schemas.microsoft.com/office/drawing/2014/main" id="{2A3D6155-1D20-6BE2-BB49-5AF4D43015EF}"/>
                    </a:ext>
                  </a:extLst>
                </p:cNvPr>
                <p:cNvCxnSpPr/>
                <p:nvPr/>
              </p:nvCxnSpPr>
              <p:spPr>
                <a:xfrm>
                  <a:off x="7453338" y="918314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5" name="Google Shape;925;p33">
                  <a:extLst>
                    <a:ext uri="{FF2B5EF4-FFF2-40B4-BE49-F238E27FC236}">
                      <a16:creationId xmlns:a16="http://schemas.microsoft.com/office/drawing/2014/main" id="{5F7EF053-1268-B010-94C8-1A98F340A103}"/>
                    </a:ext>
                  </a:extLst>
                </p:cNvPr>
                <p:cNvCxnSpPr/>
                <p:nvPr/>
              </p:nvCxnSpPr>
              <p:spPr>
                <a:xfrm>
                  <a:off x="7453338" y="1019909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6" name="Google Shape;926;p33">
                  <a:extLst>
                    <a:ext uri="{FF2B5EF4-FFF2-40B4-BE49-F238E27FC236}">
                      <a16:creationId xmlns:a16="http://schemas.microsoft.com/office/drawing/2014/main" id="{9A4AC48A-4053-1136-3FC8-5F2328C9DC1E}"/>
                    </a:ext>
                  </a:extLst>
                </p:cNvPr>
                <p:cNvCxnSpPr/>
                <p:nvPr/>
              </p:nvCxnSpPr>
              <p:spPr>
                <a:xfrm>
                  <a:off x="7453338" y="1121503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7" name="Google Shape;927;p33">
                  <a:extLst>
                    <a:ext uri="{FF2B5EF4-FFF2-40B4-BE49-F238E27FC236}">
                      <a16:creationId xmlns:a16="http://schemas.microsoft.com/office/drawing/2014/main" id="{DFDBBE9A-B998-41B7-2D9A-B93AFBDDE052}"/>
                    </a:ext>
                  </a:extLst>
                </p:cNvPr>
                <p:cNvCxnSpPr/>
                <p:nvPr/>
              </p:nvCxnSpPr>
              <p:spPr>
                <a:xfrm>
                  <a:off x="7453338" y="1223098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8" name="Google Shape;928;p33">
                  <a:extLst>
                    <a:ext uri="{FF2B5EF4-FFF2-40B4-BE49-F238E27FC236}">
                      <a16:creationId xmlns:a16="http://schemas.microsoft.com/office/drawing/2014/main" id="{C601A02B-1B0B-43FB-98F5-1D234D1DDBDE}"/>
                    </a:ext>
                  </a:extLst>
                </p:cNvPr>
                <p:cNvCxnSpPr/>
                <p:nvPr/>
              </p:nvCxnSpPr>
              <p:spPr>
                <a:xfrm>
                  <a:off x="7453338" y="1324692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9" name="Google Shape;929;p33">
                  <a:extLst>
                    <a:ext uri="{FF2B5EF4-FFF2-40B4-BE49-F238E27FC236}">
                      <a16:creationId xmlns:a16="http://schemas.microsoft.com/office/drawing/2014/main" id="{7B601B0C-0A92-7969-15ED-0C5F04CDDFA8}"/>
                    </a:ext>
                  </a:extLst>
                </p:cNvPr>
                <p:cNvCxnSpPr/>
                <p:nvPr/>
              </p:nvCxnSpPr>
              <p:spPr>
                <a:xfrm>
                  <a:off x="7453338" y="1426287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0" name="Google Shape;930;p33">
                  <a:extLst>
                    <a:ext uri="{FF2B5EF4-FFF2-40B4-BE49-F238E27FC236}">
                      <a16:creationId xmlns:a16="http://schemas.microsoft.com/office/drawing/2014/main" id="{D1A66487-7DBB-6998-9D92-E67F50F4276D}"/>
                    </a:ext>
                  </a:extLst>
                </p:cNvPr>
                <p:cNvCxnSpPr/>
                <p:nvPr/>
              </p:nvCxnSpPr>
              <p:spPr>
                <a:xfrm>
                  <a:off x="7453338" y="1527881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1" name="Google Shape;931;p33">
                  <a:extLst>
                    <a:ext uri="{FF2B5EF4-FFF2-40B4-BE49-F238E27FC236}">
                      <a16:creationId xmlns:a16="http://schemas.microsoft.com/office/drawing/2014/main" id="{674E19B3-1E1F-3973-CC05-5AB83497FD4D}"/>
                    </a:ext>
                  </a:extLst>
                </p:cNvPr>
                <p:cNvCxnSpPr/>
                <p:nvPr/>
              </p:nvCxnSpPr>
              <p:spPr>
                <a:xfrm>
                  <a:off x="7453338" y="1629476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2" name="Google Shape;932;p33">
                  <a:extLst>
                    <a:ext uri="{FF2B5EF4-FFF2-40B4-BE49-F238E27FC236}">
                      <a16:creationId xmlns:a16="http://schemas.microsoft.com/office/drawing/2014/main" id="{DF5D36D2-F148-B957-EF6D-1DB9184DE9C5}"/>
                    </a:ext>
                  </a:extLst>
                </p:cNvPr>
                <p:cNvCxnSpPr/>
                <p:nvPr/>
              </p:nvCxnSpPr>
              <p:spPr>
                <a:xfrm>
                  <a:off x="7453338" y="173107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3" name="Google Shape;933;p33">
                  <a:extLst>
                    <a:ext uri="{FF2B5EF4-FFF2-40B4-BE49-F238E27FC236}">
                      <a16:creationId xmlns:a16="http://schemas.microsoft.com/office/drawing/2014/main" id="{FB813741-FF19-A2BF-4E11-9EB76EBE4A2B}"/>
                    </a:ext>
                  </a:extLst>
                </p:cNvPr>
                <p:cNvCxnSpPr/>
                <p:nvPr/>
              </p:nvCxnSpPr>
              <p:spPr>
                <a:xfrm>
                  <a:off x="7453338" y="1832665"/>
                  <a:ext cx="280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4" name="Google Shape;934;p33">
              <a:extLst>
                <a:ext uri="{FF2B5EF4-FFF2-40B4-BE49-F238E27FC236}">
                  <a16:creationId xmlns:a16="http://schemas.microsoft.com/office/drawing/2014/main" id="{59BC4726-08A6-8BD1-F2C5-45657F60EC33}"/>
                </a:ext>
              </a:extLst>
            </p:cNvPr>
            <p:cNvGrpSpPr/>
            <p:nvPr/>
          </p:nvGrpSpPr>
          <p:grpSpPr>
            <a:xfrm>
              <a:off x="1386950" y="3987826"/>
              <a:ext cx="1544651" cy="315750"/>
              <a:chOff x="1386950" y="3823101"/>
              <a:chExt cx="1544651" cy="315750"/>
            </a:xfrm>
          </p:grpSpPr>
          <p:sp>
            <p:nvSpPr>
              <p:cNvPr id="935" name="Google Shape;935;p33">
                <a:extLst>
                  <a:ext uri="{FF2B5EF4-FFF2-40B4-BE49-F238E27FC236}">
                    <a16:creationId xmlns:a16="http://schemas.microsoft.com/office/drawing/2014/main" id="{23FA4367-8901-2B83-AA44-3B81DF4AFF9B}"/>
                  </a:ext>
                </a:extLst>
              </p:cNvPr>
              <p:cNvSpPr/>
              <p:nvPr/>
            </p:nvSpPr>
            <p:spPr>
              <a:xfrm>
                <a:off x="1386950" y="3823101"/>
                <a:ext cx="1544651" cy="315750"/>
              </a:xfrm>
              <a:custGeom>
                <a:avLst/>
                <a:gdLst/>
                <a:ahLst/>
                <a:cxnLst/>
                <a:rect l="l" t="t" r="r" b="b"/>
                <a:pathLst>
                  <a:path w="646" h="104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1"/>
                      <a:pt x="0" y="25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80"/>
                      <a:pt x="12" y="91"/>
                      <a:pt x="26" y="91"/>
                    </a:cubicBezTo>
                    <a:cubicBezTo>
                      <a:pt x="588" y="91"/>
                      <a:pt x="588" y="91"/>
                      <a:pt x="588" y="91"/>
                    </a:cubicBezTo>
                    <a:cubicBezTo>
                      <a:pt x="589" y="95"/>
                      <a:pt x="591" y="98"/>
                      <a:pt x="594" y="100"/>
                    </a:cubicBezTo>
                    <a:cubicBezTo>
                      <a:pt x="597" y="103"/>
                      <a:pt x="601" y="104"/>
                      <a:pt x="604" y="104"/>
                    </a:cubicBezTo>
                    <a:cubicBezTo>
                      <a:pt x="605" y="104"/>
                      <a:pt x="605" y="104"/>
                      <a:pt x="606" y="104"/>
                    </a:cubicBezTo>
                    <a:cubicBezTo>
                      <a:pt x="606" y="104"/>
                      <a:pt x="606" y="104"/>
                      <a:pt x="606" y="104"/>
                    </a:cubicBezTo>
                    <a:cubicBezTo>
                      <a:pt x="606" y="103"/>
                      <a:pt x="606" y="103"/>
                      <a:pt x="606" y="103"/>
                    </a:cubicBezTo>
                    <a:cubicBezTo>
                      <a:pt x="604" y="99"/>
                      <a:pt x="604" y="95"/>
                      <a:pt x="604" y="91"/>
                    </a:cubicBezTo>
                    <a:cubicBezTo>
                      <a:pt x="620" y="91"/>
                      <a:pt x="620" y="91"/>
                      <a:pt x="620" y="91"/>
                    </a:cubicBezTo>
                    <a:cubicBezTo>
                      <a:pt x="634" y="91"/>
                      <a:pt x="646" y="80"/>
                      <a:pt x="646" y="66"/>
                    </a:cubicBezTo>
                    <a:cubicBezTo>
                      <a:pt x="646" y="25"/>
                      <a:pt x="646" y="25"/>
                      <a:pt x="646" y="25"/>
                    </a:cubicBezTo>
                    <a:cubicBezTo>
                      <a:pt x="646" y="11"/>
                      <a:pt x="634" y="0"/>
                      <a:pt x="620" y="0"/>
                    </a:cubicBez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6" name="Google Shape;936;p33">
                <a:extLst>
                  <a:ext uri="{FF2B5EF4-FFF2-40B4-BE49-F238E27FC236}">
                    <a16:creationId xmlns:a16="http://schemas.microsoft.com/office/drawing/2014/main" id="{34008D81-C814-9BAB-E394-B4C10BD01488}"/>
                  </a:ext>
                </a:extLst>
              </p:cNvPr>
              <p:cNvGrpSpPr/>
              <p:nvPr/>
            </p:nvGrpSpPr>
            <p:grpSpPr>
              <a:xfrm>
                <a:off x="1485502" y="3909138"/>
                <a:ext cx="1369506" cy="102388"/>
                <a:chOff x="5848350" y="2772075"/>
                <a:chExt cx="1285800" cy="102388"/>
              </a:xfrm>
            </p:grpSpPr>
            <p:cxnSp>
              <p:nvCxnSpPr>
                <p:cNvPr id="937" name="Google Shape;937;p33">
                  <a:extLst>
                    <a:ext uri="{FF2B5EF4-FFF2-40B4-BE49-F238E27FC236}">
                      <a16:creationId xmlns:a16="http://schemas.microsoft.com/office/drawing/2014/main" id="{FBA8D1C0-9AC0-1CB0-8CD3-0D7537290748}"/>
                    </a:ext>
                  </a:extLst>
                </p:cNvPr>
                <p:cNvCxnSpPr/>
                <p:nvPr/>
              </p:nvCxnSpPr>
              <p:spPr>
                <a:xfrm>
                  <a:off x="5848350" y="2772075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8" name="Google Shape;938;p33">
                  <a:extLst>
                    <a:ext uri="{FF2B5EF4-FFF2-40B4-BE49-F238E27FC236}">
                      <a16:creationId xmlns:a16="http://schemas.microsoft.com/office/drawing/2014/main" id="{69132B9C-DB1C-75B6-DA7F-CD0F3C8C6ABA}"/>
                    </a:ext>
                  </a:extLst>
                </p:cNvPr>
                <p:cNvCxnSpPr/>
                <p:nvPr/>
              </p:nvCxnSpPr>
              <p:spPr>
                <a:xfrm>
                  <a:off x="5848350" y="2874463"/>
                  <a:ext cx="389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9" name="Google Shape;939;p33">
              <a:extLst>
                <a:ext uri="{FF2B5EF4-FFF2-40B4-BE49-F238E27FC236}">
                  <a16:creationId xmlns:a16="http://schemas.microsoft.com/office/drawing/2014/main" id="{9E813A4E-50E1-D59D-0507-3567F6AEA9B3}"/>
                </a:ext>
              </a:extLst>
            </p:cNvPr>
            <p:cNvGrpSpPr/>
            <p:nvPr/>
          </p:nvGrpSpPr>
          <p:grpSpPr>
            <a:xfrm>
              <a:off x="2079875" y="3368426"/>
              <a:ext cx="877888" cy="469900"/>
              <a:chOff x="2079875" y="3121151"/>
              <a:chExt cx="877888" cy="469900"/>
            </a:xfrm>
          </p:grpSpPr>
          <p:sp>
            <p:nvSpPr>
              <p:cNvPr id="940" name="Google Shape;940;p33">
                <a:extLst>
                  <a:ext uri="{FF2B5EF4-FFF2-40B4-BE49-F238E27FC236}">
                    <a16:creationId xmlns:a16="http://schemas.microsoft.com/office/drawing/2014/main" id="{C122DE0E-F469-D109-61D2-85261F250D7F}"/>
                  </a:ext>
                </a:extLst>
              </p:cNvPr>
              <p:cNvSpPr/>
              <p:nvPr/>
            </p:nvSpPr>
            <p:spPr>
              <a:xfrm>
                <a:off x="2079875" y="3121150"/>
                <a:ext cx="877888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97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2" y="184"/>
                      <a:pt x="26" y="184"/>
                    </a:cubicBezTo>
                    <a:cubicBezTo>
                      <a:pt x="309" y="184"/>
                      <a:pt x="309" y="184"/>
                      <a:pt x="309" y="184"/>
                    </a:cubicBezTo>
                    <a:cubicBezTo>
                      <a:pt x="310" y="187"/>
                      <a:pt x="312" y="191"/>
                      <a:pt x="315" y="193"/>
                    </a:cubicBezTo>
                    <a:cubicBezTo>
                      <a:pt x="318" y="196"/>
                      <a:pt x="322" y="197"/>
                      <a:pt x="326" y="197"/>
                    </a:cubicBezTo>
                    <a:cubicBezTo>
                      <a:pt x="326" y="197"/>
                      <a:pt x="327" y="197"/>
                      <a:pt x="327" y="197"/>
                    </a:cubicBezTo>
                    <a:cubicBezTo>
                      <a:pt x="328" y="197"/>
                      <a:pt x="328" y="197"/>
                      <a:pt x="328" y="197"/>
                    </a:cubicBezTo>
                    <a:cubicBezTo>
                      <a:pt x="328" y="196"/>
                      <a:pt x="328" y="196"/>
                      <a:pt x="328" y="196"/>
                    </a:cubicBezTo>
                    <a:cubicBezTo>
                      <a:pt x="326" y="192"/>
                      <a:pt x="325" y="188"/>
                      <a:pt x="326" y="184"/>
                    </a:cubicBezTo>
                    <a:cubicBezTo>
                      <a:pt x="342" y="184"/>
                      <a:pt x="342" y="184"/>
                      <a:pt x="342" y="184"/>
                    </a:cubicBezTo>
                    <a:cubicBezTo>
                      <a:pt x="356" y="184"/>
                      <a:pt x="367" y="172"/>
                      <a:pt x="367" y="158"/>
                    </a:cubicBezTo>
                    <a:cubicBezTo>
                      <a:pt x="367" y="25"/>
                      <a:pt x="367" y="25"/>
                      <a:pt x="367" y="25"/>
                    </a:cubicBezTo>
                    <a:cubicBezTo>
                      <a:pt x="367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41" name="Google Shape;941;p33">
                <a:extLst>
                  <a:ext uri="{FF2B5EF4-FFF2-40B4-BE49-F238E27FC236}">
                    <a16:creationId xmlns:a16="http://schemas.microsoft.com/office/drawing/2014/main" id="{88DA9586-12F4-6DB4-3AF3-37F3BAB02105}"/>
                  </a:ext>
                </a:extLst>
              </p:cNvPr>
              <p:cNvGrpSpPr/>
              <p:nvPr/>
            </p:nvGrpSpPr>
            <p:grpSpPr>
              <a:xfrm>
                <a:off x="2181689" y="3241906"/>
                <a:ext cx="674279" cy="203189"/>
                <a:chOff x="2181677" y="2165344"/>
                <a:chExt cx="674279" cy="203189"/>
              </a:xfrm>
            </p:grpSpPr>
            <p:cxnSp>
              <p:nvCxnSpPr>
                <p:cNvPr id="942" name="Google Shape;942;p33">
                  <a:extLst>
                    <a:ext uri="{FF2B5EF4-FFF2-40B4-BE49-F238E27FC236}">
                      <a16:creationId xmlns:a16="http://schemas.microsoft.com/office/drawing/2014/main" id="{18F4C367-668A-79CD-954A-A73FB2FB4753}"/>
                    </a:ext>
                  </a:extLst>
                </p:cNvPr>
                <p:cNvCxnSpPr/>
                <p:nvPr/>
              </p:nvCxnSpPr>
              <p:spPr>
                <a:xfrm>
                  <a:off x="2181677" y="2165344"/>
                  <a:ext cx="67427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3" name="Google Shape;943;p33">
                  <a:extLst>
                    <a:ext uri="{FF2B5EF4-FFF2-40B4-BE49-F238E27FC236}">
                      <a16:creationId xmlns:a16="http://schemas.microsoft.com/office/drawing/2014/main" id="{2C726667-9F25-E2FA-448B-82CE398CDEFC}"/>
                    </a:ext>
                  </a:extLst>
                </p:cNvPr>
                <p:cNvCxnSpPr/>
                <p:nvPr/>
              </p:nvCxnSpPr>
              <p:spPr>
                <a:xfrm>
                  <a:off x="2181677" y="2266938"/>
                  <a:ext cx="67427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4" name="Google Shape;944;p33">
                  <a:extLst>
                    <a:ext uri="{FF2B5EF4-FFF2-40B4-BE49-F238E27FC236}">
                      <a16:creationId xmlns:a16="http://schemas.microsoft.com/office/drawing/2014/main" id="{FD1F8D66-77E0-C69E-0B0E-080FFE795550}"/>
                    </a:ext>
                  </a:extLst>
                </p:cNvPr>
                <p:cNvCxnSpPr/>
                <p:nvPr/>
              </p:nvCxnSpPr>
              <p:spPr>
                <a:xfrm>
                  <a:off x="2181677" y="2368533"/>
                  <a:ext cx="674279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45" name="Google Shape;945;p33">
              <a:extLst>
                <a:ext uri="{FF2B5EF4-FFF2-40B4-BE49-F238E27FC236}">
                  <a16:creationId xmlns:a16="http://schemas.microsoft.com/office/drawing/2014/main" id="{92E63AC1-7B2B-28C1-1320-0F68E7B80265}"/>
                </a:ext>
              </a:extLst>
            </p:cNvPr>
            <p:cNvGrpSpPr/>
            <p:nvPr/>
          </p:nvGrpSpPr>
          <p:grpSpPr>
            <a:xfrm>
              <a:off x="1736425" y="2257167"/>
              <a:ext cx="1094925" cy="430550"/>
              <a:chOff x="1862850" y="1718717"/>
              <a:chExt cx="1094925" cy="430550"/>
            </a:xfrm>
          </p:grpSpPr>
          <p:sp>
            <p:nvSpPr>
              <p:cNvPr id="946" name="Google Shape;946;p33">
                <a:extLst>
                  <a:ext uri="{FF2B5EF4-FFF2-40B4-BE49-F238E27FC236}">
                    <a16:creationId xmlns:a16="http://schemas.microsoft.com/office/drawing/2014/main" id="{2DC873DE-E6B6-14EF-11F1-D68229E5FACF}"/>
                  </a:ext>
                </a:extLst>
              </p:cNvPr>
              <p:cNvSpPr/>
              <p:nvPr/>
            </p:nvSpPr>
            <p:spPr>
              <a:xfrm flipH="1">
                <a:off x="1862850" y="1718717"/>
                <a:ext cx="1094925" cy="430550"/>
              </a:xfrm>
              <a:custGeom>
                <a:avLst/>
                <a:gdLst/>
                <a:ahLst/>
                <a:cxnLst/>
                <a:rect l="l" t="t" r="r" b="b"/>
                <a:pathLst>
                  <a:path w="333" h="131" extrusionOk="0">
                    <a:moveTo>
                      <a:pt x="309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1"/>
                      <a:pt x="0" y="23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0" y="108"/>
                      <a:pt x="10" y="118"/>
                      <a:pt x="23" y="118"/>
                    </a:cubicBezTo>
                    <a:cubicBezTo>
                      <a:pt x="34" y="118"/>
                      <a:pt x="34" y="118"/>
                      <a:pt x="34" y="118"/>
                    </a:cubicBezTo>
                    <a:cubicBezTo>
                      <a:pt x="34" y="122"/>
                      <a:pt x="34" y="126"/>
                      <a:pt x="32" y="130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33" y="131"/>
                      <a:pt x="33" y="131"/>
                      <a:pt x="34" y="131"/>
                    </a:cubicBezTo>
                    <a:cubicBezTo>
                      <a:pt x="37" y="131"/>
                      <a:pt x="41" y="130"/>
                      <a:pt x="44" y="127"/>
                    </a:cubicBezTo>
                    <a:cubicBezTo>
                      <a:pt x="47" y="125"/>
                      <a:pt x="49" y="122"/>
                      <a:pt x="50" y="118"/>
                    </a:cubicBezTo>
                    <a:cubicBezTo>
                      <a:pt x="309" y="118"/>
                      <a:pt x="309" y="118"/>
                      <a:pt x="309" y="118"/>
                    </a:cubicBezTo>
                    <a:cubicBezTo>
                      <a:pt x="322" y="118"/>
                      <a:pt x="333" y="108"/>
                      <a:pt x="333" y="95"/>
                    </a:cubicBezTo>
                    <a:cubicBezTo>
                      <a:pt x="333" y="23"/>
                      <a:pt x="333" y="23"/>
                      <a:pt x="333" y="23"/>
                    </a:cubicBezTo>
                    <a:cubicBezTo>
                      <a:pt x="333" y="11"/>
                      <a:pt x="322" y="0"/>
                      <a:pt x="309" y="0"/>
                    </a:cubicBezTo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47" name="Google Shape;947;p33">
                <a:extLst>
                  <a:ext uri="{FF2B5EF4-FFF2-40B4-BE49-F238E27FC236}">
                    <a16:creationId xmlns:a16="http://schemas.microsoft.com/office/drawing/2014/main" id="{A6E0C64E-4DAE-E942-664C-E199A80A131A}"/>
                  </a:ext>
                </a:extLst>
              </p:cNvPr>
              <p:cNvGrpSpPr/>
              <p:nvPr/>
            </p:nvGrpSpPr>
            <p:grpSpPr>
              <a:xfrm>
                <a:off x="1978095" y="1808221"/>
                <a:ext cx="877866" cy="203169"/>
                <a:chOff x="2181677" y="2165344"/>
                <a:chExt cx="674400" cy="203189"/>
              </a:xfrm>
            </p:grpSpPr>
            <p:cxnSp>
              <p:nvCxnSpPr>
                <p:cNvPr id="948" name="Google Shape;948;p33">
                  <a:extLst>
                    <a:ext uri="{FF2B5EF4-FFF2-40B4-BE49-F238E27FC236}">
                      <a16:creationId xmlns:a16="http://schemas.microsoft.com/office/drawing/2014/main" id="{26F598FE-7BFE-4B1F-79A7-5D6EB2F4C1DD}"/>
                    </a:ext>
                  </a:extLst>
                </p:cNvPr>
                <p:cNvCxnSpPr/>
                <p:nvPr/>
              </p:nvCxnSpPr>
              <p:spPr>
                <a:xfrm>
                  <a:off x="2181677" y="2165344"/>
                  <a:ext cx="67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9" name="Google Shape;949;p33">
                  <a:extLst>
                    <a:ext uri="{FF2B5EF4-FFF2-40B4-BE49-F238E27FC236}">
                      <a16:creationId xmlns:a16="http://schemas.microsoft.com/office/drawing/2014/main" id="{7F6BF9AD-0E2D-99B1-54EA-917C52A0F22F}"/>
                    </a:ext>
                  </a:extLst>
                </p:cNvPr>
                <p:cNvCxnSpPr/>
                <p:nvPr/>
              </p:nvCxnSpPr>
              <p:spPr>
                <a:xfrm>
                  <a:off x="2181677" y="2266938"/>
                  <a:ext cx="67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0" name="Google Shape;950;p33">
                  <a:extLst>
                    <a:ext uri="{FF2B5EF4-FFF2-40B4-BE49-F238E27FC236}">
                      <a16:creationId xmlns:a16="http://schemas.microsoft.com/office/drawing/2014/main" id="{F8A269CB-FB71-765F-ABE3-C0AF5F68E173}"/>
                    </a:ext>
                  </a:extLst>
                </p:cNvPr>
                <p:cNvCxnSpPr/>
                <p:nvPr/>
              </p:nvCxnSpPr>
              <p:spPr>
                <a:xfrm>
                  <a:off x="2181677" y="2368533"/>
                  <a:ext cx="20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cxnSp>
        <p:nvCxnSpPr>
          <p:cNvPr id="951" name="Google Shape;951;p33">
            <a:extLst>
              <a:ext uri="{FF2B5EF4-FFF2-40B4-BE49-F238E27FC236}">
                <a16:creationId xmlns:a16="http://schemas.microsoft.com/office/drawing/2014/main" id="{5654DE48-2648-BD51-C5A7-DB47FED6E53B}"/>
              </a:ext>
            </a:extLst>
          </p:cNvPr>
          <p:cNvCxnSpPr/>
          <p:nvPr/>
        </p:nvCxnSpPr>
        <p:spPr>
          <a:xfrm>
            <a:off x="4310875" y="3755775"/>
            <a:ext cx="411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2" name="Google Shape;952;p33">
            <a:extLst>
              <a:ext uri="{FF2B5EF4-FFF2-40B4-BE49-F238E27FC236}">
                <a16:creationId xmlns:a16="http://schemas.microsoft.com/office/drawing/2014/main" id="{C966F864-2DE7-B817-17A9-6058ED98FD98}"/>
              </a:ext>
            </a:extLst>
          </p:cNvPr>
          <p:cNvCxnSpPr/>
          <p:nvPr/>
        </p:nvCxnSpPr>
        <p:spPr>
          <a:xfrm>
            <a:off x="4310875" y="2724668"/>
            <a:ext cx="411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71485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D3242195-698D-5E9B-C244-85BA20237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4">
            <a:extLst>
              <a:ext uri="{FF2B5EF4-FFF2-40B4-BE49-F238E27FC236}">
                <a16:creationId xmlns:a16="http://schemas.microsoft.com/office/drawing/2014/main" id="{96BA856A-9338-858C-2356-DD79F772DC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327" y="81903"/>
            <a:ext cx="864702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Challenges &amp; Deployment</a:t>
            </a:r>
            <a:endParaRPr dirty="0">
              <a:latin typeface="Barlow" panose="00000500000000000000" pitchFamily="2" charset="0"/>
            </a:endParaRPr>
          </a:p>
        </p:txBody>
      </p:sp>
      <p:sp>
        <p:nvSpPr>
          <p:cNvPr id="960" name="Google Shape;960;p34">
            <a:extLst>
              <a:ext uri="{FF2B5EF4-FFF2-40B4-BE49-F238E27FC236}">
                <a16:creationId xmlns:a16="http://schemas.microsoft.com/office/drawing/2014/main" id="{D02A2E65-693A-2609-2F8F-3D40B304464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05327" y="654603"/>
            <a:ext cx="8114927" cy="47128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600" b="1" dirty="0"/>
              <a:t>Challenges Faced</a:t>
            </a:r>
          </a:p>
          <a:p>
            <a:pPr marL="152400" indent="0"/>
            <a:r>
              <a:rPr lang="en-IN" sz="1600" dirty="0"/>
              <a:t>LLM Rate Limits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Initially faced API quota limitations while testing models.</a:t>
            </a:r>
            <a:br>
              <a:rPr lang="en-IN" sz="1600" dirty="0"/>
            </a:br>
            <a:endParaRPr lang="en-IN" sz="1600" dirty="0"/>
          </a:p>
          <a:p>
            <a:r>
              <a:rPr lang="en-IN" sz="1600" b="1" dirty="0"/>
              <a:t>Solution</a:t>
            </a:r>
            <a:endParaRPr lang="en-IN" sz="1600" dirty="0"/>
          </a:p>
          <a:p>
            <a:r>
              <a:rPr lang="en-IN" sz="1600" dirty="0"/>
              <a:t>Switched to </a:t>
            </a:r>
            <a:r>
              <a:rPr lang="en-IN" sz="1600" b="1" dirty="0" err="1"/>
              <a:t>Groq</a:t>
            </a:r>
            <a:r>
              <a:rPr lang="en-IN" sz="1600" b="1" dirty="0"/>
              <a:t> Llama-3</a:t>
            </a:r>
            <a:r>
              <a:rPr lang="en-IN" sz="1600" dirty="0"/>
              <a:t>, which provided faster inference and better stability.</a:t>
            </a:r>
          </a:p>
          <a:p>
            <a:endParaRPr lang="en-IN" sz="1600" dirty="0"/>
          </a:p>
          <a:p>
            <a:r>
              <a:rPr lang="en-IN" sz="1600" b="1" dirty="0"/>
              <a:t>Prompt Engineering</a:t>
            </a:r>
            <a:endParaRPr lang="en-IN" sz="1600" dirty="0"/>
          </a:p>
          <a:p>
            <a:r>
              <a:rPr lang="en-IN" sz="1600" dirty="0"/>
              <a:t>Designing prompts that combine: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document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web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user preferences</a:t>
            </a:r>
          </a:p>
          <a:p>
            <a:r>
              <a:rPr lang="en-IN" sz="1600" dirty="0"/>
              <a:t>to produce accurate responses.</a:t>
            </a:r>
          </a:p>
          <a:p>
            <a:endParaRPr lang="en-IN" sz="1600" dirty="0"/>
          </a:p>
          <a:p>
            <a:r>
              <a:rPr lang="en-US" sz="1600" b="1" dirty="0"/>
              <a:t>Deployment</a:t>
            </a:r>
          </a:p>
          <a:p>
            <a:r>
              <a:rPr lang="en-US" sz="1600" dirty="0"/>
              <a:t>GitHub Repository - [Insert GitHub Link]</a:t>
            </a:r>
          </a:p>
          <a:p>
            <a:r>
              <a:rPr lang="en-US" sz="1600" dirty="0"/>
              <a:t>Live Demo (</a:t>
            </a:r>
            <a:r>
              <a:rPr lang="en-US" sz="1600" dirty="0" err="1"/>
              <a:t>Streamlit</a:t>
            </a:r>
            <a:r>
              <a:rPr lang="en-US" sz="1600" dirty="0"/>
              <a:t> Cloud) - [Insert </a:t>
            </a:r>
            <a:r>
              <a:rPr lang="en-US" sz="1600" dirty="0" err="1"/>
              <a:t>Streamlit</a:t>
            </a:r>
            <a:r>
              <a:rPr lang="en-US" sz="1600" dirty="0"/>
              <a:t> Link]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60147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48"/>
          <p:cNvSpPr txBox="1">
            <a:spLocks noGrp="1"/>
          </p:cNvSpPr>
          <p:nvPr>
            <p:ph type="title"/>
          </p:nvPr>
        </p:nvSpPr>
        <p:spPr>
          <a:xfrm>
            <a:off x="3085172" y="641900"/>
            <a:ext cx="5962184" cy="9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cxnSp>
        <p:nvCxnSpPr>
          <p:cNvPr id="1346" name="Google Shape;1346;p48"/>
          <p:cNvCxnSpPr/>
          <p:nvPr/>
        </p:nvCxnSpPr>
        <p:spPr>
          <a:xfrm>
            <a:off x="3752275" y="1527822"/>
            <a:ext cx="332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7" name="Google Shape;1347;p48"/>
          <p:cNvCxnSpPr/>
          <p:nvPr/>
        </p:nvCxnSpPr>
        <p:spPr>
          <a:xfrm>
            <a:off x="3838875" y="1634375"/>
            <a:ext cx="332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8" name="Google Shape;1348;p48"/>
          <p:cNvSpPr txBox="1"/>
          <p:nvPr/>
        </p:nvSpPr>
        <p:spPr>
          <a:xfrm>
            <a:off x="3752275" y="3973450"/>
            <a:ext cx="46785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Please keep this slide for attribution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1349" name="Google Shape;1349;p48"/>
          <p:cNvGrpSpPr/>
          <p:nvPr/>
        </p:nvGrpSpPr>
        <p:grpSpPr>
          <a:xfrm>
            <a:off x="704551" y="939863"/>
            <a:ext cx="2142887" cy="3263763"/>
            <a:chOff x="704550" y="939863"/>
            <a:chExt cx="2142887" cy="3263763"/>
          </a:xfrm>
        </p:grpSpPr>
        <p:grpSp>
          <p:nvGrpSpPr>
            <p:cNvPr id="1350" name="Google Shape;1350;p48"/>
            <p:cNvGrpSpPr/>
            <p:nvPr/>
          </p:nvGrpSpPr>
          <p:grpSpPr>
            <a:xfrm>
              <a:off x="713213" y="939863"/>
              <a:ext cx="1544638" cy="528638"/>
              <a:chOff x="5015938" y="2962763"/>
              <a:chExt cx="1544638" cy="528638"/>
            </a:xfrm>
          </p:grpSpPr>
          <p:sp>
            <p:nvSpPr>
              <p:cNvPr id="1351" name="Google Shape;1351;p48"/>
              <p:cNvSpPr/>
              <p:nvPr/>
            </p:nvSpPr>
            <p:spPr>
              <a:xfrm flipH="1">
                <a:off x="5015938" y="2962763"/>
                <a:ext cx="1544638" cy="528638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21" extrusionOk="0">
                    <a:moveTo>
                      <a:pt x="620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183"/>
                      <a:pt x="0" y="183"/>
                      <a:pt x="0" y="183"/>
                    </a:cubicBezTo>
                    <a:cubicBezTo>
                      <a:pt x="0" y="197"/>
                      <a:pt x="12" y="208"/>
                      <a:pt x="26" y="208"/>
                    </a:cubicBezTo>
                    <a:cubicBezTo>
                      <a:pt x="588" y="208"/>
                      <a:pt x="588" y="208"/>
                      <a:pt x="588" y="208"/>
                    </a:cubicBezTo>
                    <a:cubicBezTo>
                      <a:pt x="589" y="212"/>
                      <a:pt x="591" y="215"/>
                      <a:pt x="594" y="218"/>
                    </a:cubicBezTo>
                    <a:cubicBezTo>
                      <a:pt x="597" y="220"/>
                      <a:pt x="601" y="221"/>
                      <a:pt x="604" y="221"/>
                    </a:cubicBezTo>
                    <a:cubicBezTo>
                      <a:pt x="605" y="221"/>
                      <a:pt x="605" y="221"/>
                      <a:pt x="606" y="221"/>
                    </a:cubicBezTo>
                    <a:cubicBezTo>
                      <a:pt x="606" y="221"/>
                      <a:pt x="606" y="221"/>
                      <a:pt x="606" y="221"/>
                    </a:cubicBezTo>
                    <a:cubicBezTo>
                      <a:pt x="606" y="220"/>
                      <a:pt x="606" y="220"/>
                      <a:pt x="606" y="220"/>
                    </a:cubicBezTo>
                    <a:cubicBezTo>
                      <a:pt x="604" y="217"/>
                      <a:pt x="604" y="212"/>
                      <a:pt x="604" y="208"/>
                    </a:cubicBezTo>
                    <a:cubicBezTo>
                      <a:pt x="620" y="208"/>
                      <a:pt x="620" y="208"/>
                      <a:pt x="620" y="208"/>
                    </a:cubicBezTo>
                    <a:cubicBezTo>
                      <a:pt x="634" y="208"/>
                      <a:pt x="646" y="197"/>
                      <a:pt x="646" y="183"/>
                    </a:cubicBezTo>
                    <a:cubicBezTo>
                      <a:pt x="646" y="26"/>
                      <a:pt x="646" y="26"/>
                      <a:pt x="646" y="26"/>
                    </a:cubicBezTo>
                    <a:cubicBezTo>
                      <a:pt x="646" y="12"/>
                      <a:pt x="634" y="0"/>
                      <a:pt x="620" y="0"/>
                    </a:cubicBezTo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52" name="Google Shape;1352;p48"/>
              <p:cNvGrpSpPr/>
              <p:nvPr/>
            </p:nvGrpSpPr>
            <p:grpSpPr>
              <a:xfrm>
                <a:off x="5145363" y="3102744"/>
                <a:ext cx="1285800" cy="204775"/>
                <a:chOff x="5848350" y="2766500"/>
                <a:chExt cx="1285800" cy="204775"/>
              </a:xfrm>
            </p:grpSpPr>
            <p:cxnSp>
              <p:nvCxnSpPr>
                <p:cNvPr id="1353" name="Google Shape;1353;p48"/>
                <p:cNvCxnSpPr/>
                <p:nvPr/>
              </p:nvCxnSpPr>
              <p:spPr>
                <a:xfrm>
                  <a:off x="5848350" y="276650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4" name="Google Shape;1354;p48"/>
                <p:cNvCxnSpPr/>
                <p:nvPr/>
              </p:nvCxnSpPr>
              <p:spPr>
                <a:xfrm>
                  <a:off x="5848350" y="286888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5" name="Google Shape;1355;p48"/>
                <p:cNvCxnSpPr/>
                <p:nvPr/>
              </p:nvCxnSpPr>
              <p:spPr>
                <a:xfrm>
                  <a:off x="5848350" y="297127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356" name="Google Shape;1356;p48"/>
            <p:cNvGrpSpPr/>
            <p:nvPr/>
          </p:nvGrpSpPr>
          <p:grpSpPr>
            <a:xfrm>
              <a:off x="704551" y="1809800"/>
              <a:ext cx="879475" cy="1439864"/>
              <a:chOff x="704550" y="2022613"/>
              <a:chExt cx="879475" cy="1439864"/>
            </a:xfrm>
          </p:grpSpPr>
          <p:sp>
            <p:nvSpPr>
              <p:cNvPr id="1357" name="Google Shape;1357;p48"/>
              <p:cNvSpPr/>
              <p:nvPr/>
            </p:nvSpPr>
            <p:spPr>
              <a:xfrm flipH="1">
                <a:off x="704551" y="2022613"/>
                <a:ext cx="879475" cy="1439864"/>
              </a:xfrm>
              <a:custGeom>
                <a:avLst/>
                <a:gdLst/>
                <a:ahLst/>
                <a:cxnLst/>
                <a:rect l="l" t="t" r="r" b="b"/>
                <a:pathLst>
                  <a:path w="368" h="602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563"/>
                      <a:pt x="0" y="563"/>
                      <a:pt x="0" y="563"/>
                    </a:cubicBezTo>
                    <a:cubicBezTo>
                      <a:pt x="0" y="577"/>
                      <a:pt x="12" y="589"/>
                      <a:pt x="26" y="589"/>
                    </a:cubicBezTo>
                    <a:cubicBezTo>
                      <a:pt x="310" y="589"/>
                      <a:pt x="310" y="589"/>
                      <a:pt x="310" y="589"/>
                    </a:cubicBezTo>
                    <a:cubicBezTo>
                      <a:pt x="310" y="592"/>
                      <a:pt x="313" y="596"/>
                      <a:pt x="315" y="598"/>
                    </a:cubicBezTo>
                    <a:cubicBezTo>
                      <a:pt x="318" y="600"/>
                      <a:pt x="322" y="602"/>
                      <a:pt x="326" y="602"/>
                    </a:cubicBezTo>
                    <a:cubicBezTo>
                      <a:pt x="327" y="602"/>
                      <a:pt x="327" y="602"/>
                      <a:pt x="327" y="602"/>
                    </a:cubicBezTo>
                    <a:cubicBezTo>
                      <a:pt x="328" y="602"/>
                      <a:pt x="328" y="602"/>
                      <a:pt x="328" y="602"/>
                    </a:cubicBezTo>
                    <a:cubicBezTo>
                      <a:pt x="328" y="601"/>
                      <a:pt x="328" y="601"/>
                      <a:pt x="328" y="601"/>
                    </a:cubicBezTo>
                    <a:cubicBezTo>
                      <a:pt x="326" y="597"/>
                      <a:pt x="326" y="593"/>
                      <a:pt x="326" y="589"/>
                    </a:cubicBezTo>
                    <a:cubicBezTo>
                      <a:pt x="342" y="589"/>
                      <a:pt x="342" y="589"/>
                      <a:pt x="342" y="589"/>
                    </a:cubicBezTo>
                    <a:cubicBezTo>
                      <a:pt x="356" y="589"/>
                      <a:pt x="368" y="577"/>
                      <a:pt x="368" y="563"/>
                    </a:cubicBezTo>
                    <a:cubicBezTo>
                      <a:pt x="368" y="25"/>
                      <a:pt x="368" y="25"/>
                      <a:pt x="368" y="25"/>
                    </a:cubicBezTo>
                    <a:cubicBezTo>
                      <a:pt x="368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58" name="Google Shape;1358;p48"/>
              <p:cNvGrpSpPr/>
              <p:nvPr/>
            </p:nvGrpSpPr>
            <p:grpSpPr>
              <a:xfrm>
                <a:off x="839488" y="2182413"/>
                <a:ext cx="609600" cy="1117540"/>
                <a:chOff x="7453338" y="715125"/>
                <a:chExt cx="609600" cy="1117540"/>
              </a:xfrm>
            </p:grpSpPr>
            <p:cxnSp>
              <p:nvCxnSpPr>
                <p:cNvPr id="1359" name="Google Shape;1359;p48"/>
                <p:cNvCxnSpPr/>
                <p:nvPr/>
              </p:nvCxnSpPr>
              <p:spPr>
                <a:xfrm>
                  <a:off x="7453338" y="715125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0" name="Google Shape;1360;p48"/>
                <p:cNvCxnSpPr/>
                <p:nvPr/>
              </p:nvCxnSpPr>
              <p:spPr>
                <a:xfrm>
                  <a:off x="7453338" y="81672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1" name="Google Shape;1361;p48"/>
                <p:cNvCxnSpPr/>
                <p:nvPr/>
              </p:nvCxnSpPr>
              <p:spPr>
                <a:xfrm>
                  <a:off x="7453338" y="918314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2" name="Google Shape;1362;p48"/>
                <p:cNvCxnSpPr/>
                <p:nvPr/>
              </p:nvCxnSpPr>
              <p:spPr>
                <a:xfrm>
                  <a:off x="7453338" y="1019909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3" name="Google Shape;1363;p48"/>
                <p:cNvCxnSpPr/>
                <p:nvPr/>
              </p:nvCxnSpPr>
              <p:spPr>
                <a:xfrm>
                  <a:off x="7453338" y="1121503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4" name="Google Shape;1364;p48"/>
                <p:cNvCxnSpPr/>
                <p:nvPr/>
              </p:nvCxnSpPr>
              <p:spPr>
                <a:xfrm>
                  <a:off x="7453338" y="1223098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5" name="Google Shape;1365;p48"/>
                <p:cNvCxnSpPr/>
                <p:nvPr/>
              </p:nvCxnSpPr>
              <p:spPr>
                <a:xfrm>
                  <a:off x="7453338" y="1324692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6" name="Google Shape;1366;p48"/>
                <p:cNvCxnSpPr/>
                <p:nvPr/>
              </p:nvCxnSpPr>
              <p:spPr>
                <a:xfrm>
                  <a:off x="7453338" y="1426287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7" name="Google Shape;1367;p48"/>
                <p:cNvCxnSpPr/>
                <p:nvPr/>
              </p:nvCxnSpPr>
              <p:spPr>
                <a:xfrm>
                  <a:off x="7453338" y="1527881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8" name="Google Shape;1368;p48"/>
                <p:cNvCxnSpPr/>
                <p:nvPr/>
              </p:nvCxnSpPr>
              <p:spPr>
                <a:xfrm>
                  <a:off x="7453338" y="1629476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9" name="Google Shape;1369;p48"/>
                <p:cNvCxnSpPr/>
                <p:nvPr/>
              </p:nvCxnSpPr>
              <p:spPr>
                <a:xfrm>
                  <a:off x="7453338" y="173107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0" name="Google Shape;1370;p48"/>
                <p:cNvCxnSpPr/>
                <p:nvPr/>
              </p:nvCxnSpPr>
              <p:spPr>
                <a:xfrm>
                  <a:off x="7453338" y="1832665"/>
                  <a:ext cx="280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371" name="Google Shape;1371;p48"/>
            <p:cNvGrpSpPr/>
            <p:nvPr/>
          </p:nvGrpSpPr>
          <p:grpSpPr>
            <a:xfrm>
              <a:off x="1967963" y="2293875"/>
              <a:ext cx="879475" cy="1439864"/>
              <a:chOff x="4645038" y="3703638"/>
              <a:chExt cx="879475" cy="1439864"/>
            </a:xfrm>
          </p:grpSpPr>
          <p:sp>
            <p:nvSpPr>
              <p:cNvPr id="1372" name="Google Shape;1372;p48"/>
              <p:cNvSpPr/>
              <p:nvPr/>
            </p:nvSpPr>
            <p:spPr>
              <a:xfrm>
                <a:off x="4645038" y="3703638"/>
                <a:ext cx="879475" cy="1439864"/>
              </a:xfrm>
              <a:custGeom>
                <a:avLst/>
                <a:gdLst/>
                <a:ahLst/>
                <a:cxnLst/>
                <a:rect l="l" t="t" r="r" b="b"/>
                <a:pathLst>
                  <a:path w="368" h="602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563"/>
                      <a:pt x="0" y="563"/>
                      <a:pt x="0" y="563"/>
                    </a:cubicBezTo>
                    <a:cubicBezTo>
                      <a:pt x="0" y="577"/>
                      <a:pt x="12" y="589"/>
                      <a:pt x="26" y="589"/>
                    </a:cubicBezTo>
                    <a:cubicBezTo>
                      <a:pt x="310" y="589"/>
                      <a:pt x="310" y="589"/>
                      <a:pt x="310" y="589"/>
                    </a:cubicBezTo>
                    <a:cubicBezTo>
                      <a:pt x="310" y="592"/>
                      <a:pt x="313" y="596"/>
                      <a:pt x="315" y="598"/>
                    </a:cubicBezTo>
                    <a:cubicBezTo>
                      <a:pt x="318" y="600"/>
                      <a:pt x="322" y="602"/>
                      <a:pt x="326" y="602"/>
                    </a:cubicBezTo>
                    <a:cubicBezTo>
                      <a:pt x="327" y="602"/>
                      <a:pt x="327" y="602"/>
                      <a:pt x="327" y="602"/>
                    </a:cubicBezTo>
                    <a:cubicBezTo>
                      <a:pt x="328" y="602"/>
                      <a:pt x="328" y="602"/>
                      <a:pt x="328" y="602"/>
                    </a:cubicBezTo>
                    <a:cubicBezTo>
                      <a:pt x="328" y="601"/>
                      <a:pt x="328" y="601"/>
                      <a:pt x="328" y="601"/>
                    </a:cubicBezTo>
                    <a:cubicBezTo>
                      <a:pt x="326" y="597"/>
                      <a:pt x="326" y="593"/>
                      <a:pt x="326" y="589"/>
                    </a:cubicBezTo>
                    <a:cubicBezTo>
                      <a:pt x="342" y="589"/>
                      <a:pt x="342" y="589"/>
                      <a:pt x="342" y="589"/>
                    </a:cubicBezTo>
                    <a:cubicBezTo>
                      <a:pt x="356" y="589"/>
                      <a:pt x="368" y="577"/>
                      <a:pt x="368" y="563"/>
                    </a:cubicBezTo>
                    <a:cubicBezTo>
                      <a:pt x="368" y="25"/>
                      <a:pt x="368" y="25"/>
                      <a:pt x="368" y="25"/>
                    </a:cubicBezTo>
                    <a:cubicBezTo>
                      <a:pt x="368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73" name="Google Shape;1373;p48"/>
              <p:cNvGrpSpPr/>
              <p:nvPr/>
            </p:nvGrpSpPr>
            <p:grpSpPr>
              <a:xfrm flipH="1">
                <a:off x="4779975" y="3863438"/>
                <a:ext cx="609600" cy="1117540"/>
                <a:chOff x="7453338" y="715125"/>
                <a:chExt cx="609600" cy="1117540"/>
              </a:xfrm>
            </p:grpSpPr>
            <p:cxnSp>
              <p:nvCxnSpPr>
                <p:cNvPr id="1374" name="Google Shape;1374;p48"/>
                <p:cNvCxnSpPr/>
                <p:nvPr/>
              </p:nvCxnSpPr>
              <p:spPr>
                <a:xfrm>
                  <a:off x="7453338" y="715125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5" name="Google Shape;1375;p48"/>
                <p:cNvCxnSpPr/>
                <p:nvPr/>
              </p:nvCxnSpPr>
              <p:spPr>
                <a:xfrm>
                  <a:off x="7453338" y="81672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6" name="Google Shape;1376;p48"/>
                <p:cNvCxnSpPr/>
                <p:nvPr/>
              </p:nvCxnSpPr>
              <p:spPr>
                <a:xfrm>
                  <a:off x="7453338" y="918314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7" name="Google Shape;1377;p48"/>
                <p:cNvCxnSpPr/>
                <p:nvPr/>
              </p:nvCxnSpPr>
              <p:spPr>
                <a:xfrm>
                  <a:off x="7453338" y="1019909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8" name="Google Shape;1378;p48"/>
                <p:cNvCxnSpPr/>
                <p:nvPr/>
              </p:nvCxnSpPr>
              <p:spPr>
                <a:xfrm>
                  <a:off x="7453338" y="1121503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9" name="Google Shape;1379;p48"/>
                <p:cNvCxnSpPr/>
                <p:nvPr/>
              </p:nvCxnSpPr>
              <p:spPr>
                <a:xfrm>
                  <a:off x="7453338" y="1223098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0" name="Google Shape;1380;p48"/>
                <p:cNvCxnSpPr/>
                <p:nvPr/>
              </p:nvCxnSpPr>
              <p:spPr>
                <a:xfrm>
                  <a:off x="7453338" y="1324692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1" name="Google Shape;1381;p48"/>
                <p:cNvCxnSpPr/>
                <p:nvPr/>
              </p:nvCxnSpPr>
              <p:spPr>
                <a:xfrm>
                  <a:off x="7453338" y="1426287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2" name="Google Shape;1382;p48"/>
                <p:cNvCxnSpPr/>
                <p:nvPr/>
              </p:nvCxnSpPr>
              <p:spPr>
                <a:xfrm>
                  <a:off x="7453338" y="1527881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3" name="Google Shape;1383;p48"/>
                <p:cNvCxnSpPr/>
                <p:nvPr/>
              </p:nvCxnSpPr>
              <p:spPr>
                <a:xfrm>
                  <a:off x="7453338" y="1629476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4" name="Google Shape;1384;p48"/>
                <p:cNvCxnSpPr/>
                <p:nvPr/>
              </p:nvCxnSpPr>
              <p:spPr>
                <a:xfrm>
                  <a:off x="7453338" y="1731070"/>
                  <a:ext cx="609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5" name="Google Shape;1385;p48"/>
                <p:cNvCxnSpPr/>
                <p:nvPr/>
              </p:nvCxnSpPr>
              <p:spPr>
                <a:xfrm>
                  <a:off x="7453338" y="1832665"/>
                  <a:ext cx="280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386" name="Google Shape;1386;p48"/>
            <p:cNvGrpSpPr/>
            <p:nvPr/>
          </p:nvGrpSpPr>
          <p:grpSpPr>
            <a:xfrm>
              <a:off x="1968763" y="1617538"/>
              <a:ext cx="877888" cy="469900"/>
              <a:chOff x="2079875" y="3121151"/>
              <a:chExt cx="877888" cy="469900"/>
            </a:xfrm>
          </p:grpSpPr>
          <p:sp>
            <p:nvSpPr>
              <p:cNvPr id="1387" name="Google Shape;1387;p48"/>
              <p:cNvSpPr/>
              <p:nvPr/>
            </p:nvSpPr>
            <p:spPr>
              <a:xfrm>
                <a:off x="2079875" y="3121150"/>
                <a:ext cx="877888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97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2" y="184"/>
                      <a:pt x="26" y="184"/>
                    </a:cubicBezTo>
                    <a:cubicBezTo>
                      <a:pt x="309" y="184"/>
                      <a:pt x="309" y="184"/>
                      <a:pt x="309" y="184"/>
                    </a:cubicBezTo>
                    <a:cubicBezTo>
                      <a:pt x="310" y="187"/>
                      <a:pt x="312" y="191"/>
                      <a:pt x="315" y="193"/>
                    </a:cubicBezTo>
                    <a:cubicBezTo>
                      <a:pt x="318" y="196"/>
                      <a:pt x="322" y="197"/>
                      <a:pt x="326" y="197"/>
                    </a:cubicBezTo>
                    <a:cubicBezTo>
                      <a:pt x="326" y="197"/>
                      <a:pt x="327" y="197"/>
                      <a:pt x="327" y="197"/>
                    </a:cubicBezTo>
                    <a:cubicBezTo>
                      <a:pt x="328" y="197"/>
                      <a:pt x="328" y="197"/>
                      <a:pt x="328" y="197"/>
                    </a:cubicBezTo>
                    <a:cubicBezTo>
                      <a:pt x="328" y="196"/>
                      <a:pt x="328" y="196"/>
                      <a:pt x="328" y="196"/>
                    </a:cubicBezTo>
                    <a:cubicBezTo>
                      <a:pt x="326" y="192"/>
                      <a:pt x="325" y="188"/>
                      <a:pt x="326" y="184"/>
                    </a:cubicBezTo>
                    <a:cubicBezTo>
                      <a:pt x="342" y="184"/>
                      <a:pt x="342" y="184"/>
                      <a:pt x="342" y="184"/>
                    </a:cubicBezTo>
                    <a:cubicBezTo>
                      <a:pt x="356" y="184"/>
                      <a:pt x="367" y="172"/>
                      <a:pt x="367" y="158"/>
                    </a:cubicBezTo>
                    <a:cubicBezTo>
                      <a:pt x="367" y="25"/>
                      <a:pt x="367" y="25"/>
                      <a:pt x="367" y="25"/>
                    </a:cubicBezTo>
                    <a:cubicBezTo>
                      <a:pt x="367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88" name="Google Shape;1388;p48"/>
              <p:cNvGrpSpPr/>
              <p:nvPr/>
            </p:nvGrpSpPr>
            <p:grpSpPr>
              <a:xfrm>
                <a:off x="2181689" y="3241906"/>
                <a:ext cx="674400" cy="203189"/>
                <a:chOff x="2181677" y="2165344"/>
                <a:chExt cx="674400" cy="203189"/>
              </a:xfrm>
            </p:grpSpPr>
            <p:cxnSp>
              <p:nvCxnSpPr>
                <p:cNvPr id="1389" name="Google Shape;1389;p48"/>
                <p:cNvCxnSpPr/>
                <p:nvPr/>
              </p:nvCxnSpPr>
              <p:spPr>
                <a:xfrm>
                  <a:off x="2181677" y="2165344"/>
                  <a:ext cx="67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90" name="Google Shape;1390;p48"/>
                <p:cNvCxnSpPr/>
                <p:nvPr/>
              </p:nvCxnSpPr>
              <p:spPr>
                <a:xfrm>
                  <a:off x="2181677" y="2266938"/>
                  <a:ext cx="67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91" name="Google Shape;1391;p48"/>
                <p:cNvCxnSpPr/>
                <p:nvPr/>
              </p:nvCxnSpPr>
              <p:spPr>
                <a:xfrm>
                  <a:off x="2181677" y="2368533"/>
                  <a:ext cx="67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392" name="Google Shape;1392;p48"/>
            <p:cNvGrpSpPr/>
            <p:nvPr/>
          </p:nvGrpSpPr>
          <p:grpSpPr>
            <a:xfrm flipH="1">
              <a:off x="705338" y="3733726"/>
              <a:ext cx="877888" cy="469900"/>
              <a:chOff x="6736325" y="4051538"/>
              <a:chExt cx="877888" cy="469900"/>
            </a:xfrm>
          </p:grpSpPr>
          <p:sp>
            <p:nvSpPr>
              <p:cNvPr id="1393" name="Google Shape;1393;p48"/>
              <p:cNvSpPr/>
              <p:nvPr/>
            </p:nvSpPr>
            <p:spPr>
              <a:xfrm>
                <a:off x="6736325" y="4051538"/>
                <a:ext cx="877888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97" extrusionOk="0">
                    <a:moveTo>
                      <a:pt x="342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2" y="0"/>
                      <a:pt x="0" y="14"/>
                      <a:pt x="0" y="2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2" y="184"/>
                      <a:pt x="26" y="184"/>
                    </a:cubicBezTo>
                    <a:cubicBezTo>
                      <a:pt x="309" y="184"/>
                      <a:pt x="309" y="184"/>
                      <a:pt x="309" y="184"/>
                    </a:cubicBezTo>
                    <a:cubicBezTo>
                      <a:pt x="310" y="187"/>
                      <a:pt x="312" y="191"/>
                      <a:pt x="315" y="193"/>
                    </a:cubicBezTo>
                    <a:cubicBezTo>
                      <a:pt x="318" y="196"/>
                      <a:pt x="322" y="197"/>
                      <a:pt x="326" y="197"/>
                    </a:cubicBezTo>
                    <a:cubicBezTo>
                      <a:pt x="326" y="197"/>
                      <a:pt x="327" y="197"/>
                      <a:pt x="327" y="197"/>
                    </a:cubicBezTo>
                    <a:cubicBezTo>
                      <a:pt x="328" y="197"/>
                      <a:pt x="328" y="197"/>
                      <a:pt x="328" y="197"/>
                    </a:cubicBezTo>
                    <a:cubicBezTo>
                      <a:pt x="328" y="196"/>
                      <a:pt x="328" y="196"/>
                      <a:pt x="328" y="196"/>
                    </a:cubicBezTo>
                    <a:cubicBezTo>
                      <a:pt x="326" y="192"/>
                      <a:pt x="325" y="188"/>
                      <a:pt x="326" y="184"/>
                    </a:cubicBezTo>
                    <a:cubicBezTo>
                      <a:pt x="342" y="184"/>
                      <a:pt x="342" y="184"/>
                      <a:pt x="342" y="184"/>
                    </a:cubicBezTo>
                    <a:cubicBezTo>
                      <a:pt x="356" y="184"/>
                      <a:pt x="367" y="172"/>
                      <a:pt x="367" y="158"/>
                    </a:cubicBezTo>
                    <a:cubicBezTo>
                      <a:pt x="367" y="25"/>
                      <a:pt x="367" y="25"/>
                      <a:pt x="367" y="25"/>
                    </a:cubicBezTo>
                    <a:cubicBezTo>
                      <a:pt x="367" y="11"/>
                      <a:pt x="356" y="0"/>
                      <a:pt x="342" y="0"/>
                    </a:cubicBezTo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94" name="Google Shape;1394;p48"/>
              <p:cNvGrpSpPr/>
              <p:nvPr/>
            </p:nvGrpSpPr>
            <p:grpSpPr>
              <a:xfrm>
                <a:off x="6844621" y="4166350"/>
                <a:ext cx="667073" cy="204775"/>
                <a:chOff x="5848350" y="2788450"/>
                <a:chExt cx="1285800" cy="204775"/>
              </a:xfrm>
            </p:grpSpPr>
            <p:cxnSp>
              <p:nvCxnSpPr>
                <p:cNvPr id="1395" name="Google Shape;1395;p48"/>
                <p:cNvCxnSpPr/>
                <p:nvPr/>
              </p:nvCxnSpPr>
              <p:spPr>
                <a:xfrm>
                  <a:off x="5848350" y="2788450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96" name="Google Shape;1396;p48"/>
                <p:cNvCxnSpPr/>
                <p:nvPr/>
              </p:nvCxnSpPr>
              <p:spPr>
                <a:xfrm>
                  <a:off x="5848350" y="2890838"/>
                  <a:ext cx="128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97" name="Google Shape;1397;p48"/>
                <p:cNvCxnSpPr/>
                <p:nvPr/>
              </p:nvCxnSpPr>
              <p:spPr>
                <a:xfrm>
                  <a:off x="5848350" y="2993225"/>
                  <a:ext cx="640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Chatbot by AI Pitch Deck by Slidesgo">
  <a:themeElements>
    <a:clrScheme name="Simple Light">
      <a:dk1>
        <a:srgbClr val="373B42"/>
      </a:dk1>
      <a:lt1>
        <a:srgbClr val="3B63F8"/>
      </a:lt1>
      <a:dk2>
        <a:srgbClr val="EEF1F5"/>
      </a:dk2>
      <a:lt2>
        <a:srgbClr val="87ABFF"/>
      </a:lt2>
      <a:accent1>
        <a:srgbClr val="C0E1FF"/>
      </a:accent1>
      <a:accent2>
        <a:srgbClr val="9DA1A8"/>
      </a:accent2>
      <a:accent3>
        <a:srgbClr val="C3C7CE"/>
      </a:accent3>
      <a:accent4>
        <a:srgbClr val="FFFFFF"/>
      </a:accent4>
      <a:accent5>
        <a:srgbClr val="FFFFFF"/>
      </a:accent5>
      <a:accent6>
        <a:srgbClr val="FFFFFF"/>
      </a:accent6>
      <a:hlink>
        <a:srgbClr val="373B4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</Words>
  <Application>Microsoft Office PowerPoint</Application>
  <PresentationFormat>On-screen Show (16:9)</PresentationFormat>
  <Paragraphs>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Dela Gothic One</vt:lpstr>
      <vt:lpstr>Calibri</vt:lpstr>
      <vt:lpstr>Arial</vt:lpstr>
      <vt:lpstr>Open Sans</vt:lpstr>
      <vt:lpstr>Barlow</vt:lpstr>
      <vt:lpstr>Chatbot by AI Pitch Deck by Slidesgo</vt:lpstr>
      <vt:lpstr>LearnMate AI -  Your Intelligent Study Partner</vt:lpstr>
      <vt:lpstr>Use Case Objective</vt:lpstr>
      <vt:lpstr>Use Case Objective- Helping Students Learn Faster and Smarter </vt:lpstr>
      <vt:lpstr>How I Approached the Problem</vt:lpstr>
      <vt:lpstr>How I Approached the Problem</vt:lpstr>
      <vt:lpstr>The Solution</vt:lpstr>
      <vt:lpstr>The Solution</vt:lpstr>
      <vt:lpstr>Key Features Implemented</vt:lpstr>
      <vt:lpstr>Key Features Implemented</vt:lpstr>
      <vt:lpstr>Challenges &amp; Deployment</vt:lpstr>
      <vt:lpstr>Challenges &amp; Deployment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Harshith potnuri</cp:lastModifiedBy>
  <cp:revision>1</cp:revision>
  <dcterms:modified xsi:type="dcterms:W3CDTF">2026-03-13T20:12:27Z</dcterms:modified>
</cp:coreProperties>
</file>